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59" r:id="rId4"/>
    <p:sldId id="258" r:id="rId5"/>
    <p:sldId id="262" r:id="rId6"/>
    <p:sldId id="263" r:id="rId7"/>
    <p:sldId id="261" r:id="rId8"/>
  </p:sldIdLst>
  <p:sldSz cx="12192000" cy="6858000"/>
  <p:notesSz cx="6858000" cy="9144000"/>
  <p:embeddedFontLst>
    <p:embeddedFont>
      <p:font typeface="Barlow Condensed" panose="00000506000000000000" pitchFamily="2" charset="0"/>
      <p:regular r:id="rId10"/>
      <p:bold r:id="rId11"/>
      <p:italic r:id="rId12"/>
      <p:boldItalic r:id="rId13"/>
    </p:embeddedFont>
    <p:embeddedFont>
      <p:font typeface="Homemade Apple" panose="020B0604020202020204" charset="0"/>
      <p:regular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ress Start 2P" panose="020B0604020202020204" charset="0"/>
      <p:regular r:id="rId19"/>
    </p:embeddedFont>
    <p:embeddedFont>
      <p:font typeface="Roboto Mono" panose="00000009000000000000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hztfWv1XkdqkKbhiUGAXNp1He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1531D0-CDBB-417D-B0D8-DFDCB156F5BB}">
  <a:tblStyle styleId="{4B1531D0-CDBB-417D-B0D8-DFDCB156F5B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26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hyperlink" Target="https://twitter.com/SlidesManiaSM/" TargetMode="External"/><Relationship Id="rId12" Type="http://schemas.openxmlformats.org/officeDocument/2006/relationships/image" Target="../media/image5.png"/><Relationship Id="rId2" Type="http://schemas.openxmlformats.org/officeDocument/2006/relationships/hyperlink" Target="https://slidesmania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hyperlink" Target="https://www.instagram.com/slidesmania/" TargetMode="External"/><Relationship Id="rId5" Type="http://schemas.openxmlformats.org/officeDocument/2006/relationships/hyperlink" Target="https://www.facebook.com/SlidesManiaSM/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slidesmania.com/questions-powerpoint-google-slides/can-i-use-these-templates/" TargetMode="External"/><Relationship Id="rId9" Type="http://schemas.openxmlformats.org/officeDocument/2006/relationships/hyperlink" Target="https://www.pinterest.com/slidesmania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oogle Shape;11;p8"/>
          <p:cNvGraphicFramePr/>
          <p:nvPr/>
        </p:nvGraphicFramePr>
        <p:xfrm>
          <a:off x="9393125" y="-168900"/>
          <a:ext cx="3062800" cy="316968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" name="Google Shape;12;p8"/>
          <p:cNvGraphicFramePr/>
          <p:nvPr/>
        </p:nvGraphicFramePr>
        <p:xfrm>
          <a:off x="-152925" y="4252800"/>
          <a:ext cx="2297100" cy="316968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Google Shape;13;p8"/>
          <p:cNvSpPr/>
          <p:nvPr/>
        </p:nvSpPr>
        <p:spPr>
          <a:xfrm>
            <a:off x="1001175" y="482050"/>
            <a:ext cx="7287000" cy="48834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/>
          <p:nvPr/>
        </p:nvSpPr>
        <p:spPr>
          <a:xfrm>
            <a:off x="1012700" y="492125"/>
            <a:ext cx="72870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1094850" y="5636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8"/>
          <p:cNvSpPr/>
          <p:nvPr/>
        </p:nvSpPr>
        <p:spPr>
          <a:xfrm>
            <a:off x="1533025" y="5636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8"/>
          <p:cNvSpPr/>
          <p:nvPr/>
        </p:nvSpPr>
        <p:spPr>
          <a:xfrm>
            <a:off x="1971200" y="5636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8"/>
          <p:cNvSpPr/>
          <p:nvPr/>
        </p:nvSpPr>
        <p:spPr>
          <a:xfrm>
            <a:off x="1605025" y="63566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8"/>
          <p:cNvSpPr/>
          <p:nvPr/>
        </p:nvSpPr>
        <p:spPr>
          <a:xfrm>
            <a:off x="2026800" y="81060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oogle Shape;20;p8"/>
          <p:cNvGrpSpPr/>
          <p:nvPr/>
        </p:nvGrpSpPr>
        <p:grpSpPr>
          <a:xfrm>
            <a:off x="1176759" y="650850"/>
            <a:ext cx="196183" cy="196183"/>
            <a:chOff x="2205255" y="-492150"/>
            <a:chExt cx="196183" cy="196183"/>
          </a:xfrm>
        </p:grpSpPr>
        <p:sp>
          <p:nvSpPr>
            <p:cNvPr id="21" name="Google Shape;21;p8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8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8"/>
          <p:cNvSpPr/>
          <p:nvPr/>
        </p:nvSpPr>
        <p:spPr>
          <a:xfrm>
            <a:off x="2331188" y="1512950"/>
            <a:ext cx="7287000" cy="48834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8"/>
          <p:cNvSpPr/>
          <p:nvPr/>
        </p:nvSpPr>
        <p:spPr>
          <a:xfrm>
            <a:off x="2342713" y="1523025"/>
            <a:ext cx="72870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8"/>
          <p:cNvSpPr/>
          <p:nvPr/>
        </p:nvSpPr>
        <p:spPr>
          <a:xfrm>
            <a:off x="2424863" y="15945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8"/>
          <p:cNvSpPr/>
          <p:nvPr/>
        </p:nvSpPr>
        <p:spPr>
          <a:xfrm>
            <a:off x="2863038" y="15945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3301213" y="15945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8"/>
          <p:cNvSpPr/>
          <p:nvPr/>
        </p:nvSpPr>
        <p:spPr>
          <a:xfrm>
            <a:off x="2935038" y="166656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8"/>
          <p:cNvSpPr/>
          <p:nvPr/>
        </p:nvSpPr>
        <p:spPr>
          <a:xfrm>
            <a:off x="3356813" y="184150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p8"/>
          <p:cNvGrpSpPr/>
          <p:nvPr/>
        </p:nvGrpSpPr>
        <p:grpSpPr>
          <a:xfrm>
            <a:off x="2506772" y="1681750"/>
            <a:ext cx="196183" cy="196183"/>
            <a:chOff x="2205255" y="-492150"/>
            <a:chExt cx="196183" cy="196183"/>
          </a:xfrm>
        </p:grpSpPr>
        <p:sp>
          <p:nvSpPr>
            <p:cNvPr id="31" name="Google Shape;31;p8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8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p8"/>
          <p:cNvGrpSpPr/>
          <p:nvPr/>
        </p:nvGrpSpPr>
        <p:grpSpPr>
          <a:xfrm>
            <a:off x="11055475" y="5578813"/>
            <a:ext cx="941400" cy="706475"/>
            <a:chOff x="9799675" y="3601413"/>
            <a:chExt cx="941400" cy="706475"/>
          </a:xfrm>
        </p:grpSpPr>
        <p:sp>
          <p:nvSpPr>
            <p:cNvPr id="34" name="Google Shape;34;p8"/>
            <p:cNvSpPr/>
            <p:nvPr/>
          </p:nvSpPr>
          <p:spPr>
            <a:xfrm>
              <a:off x="9878225" y="3601413"/>
              <a:ext cx="360000" cy="360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8"/>
            <p:cNvSpPr/>
            <p:nvPr/>
          </p:nvSpPr>
          <p:spPr>
            <a:xfrm>
              <a:off x="9799675" y="3673388"/>
              <a:ext cx="941400" cy="634500"/>
            </a:xfrm>
            <a:prstGeom prst="roundRect">
              <a:avLst>
                <a:gd name="adj" fmla="val 9522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36;p8"/>
          <p:cNvGrpSpPr/>
          <p:nvPr/>
        </p:nvGrpSpPr>
        <p:grpSpPr>
          <a:xfrm>
            <a:off x="2506772" y="5245072"/>
            <a:ext cx="719170" cy="701656"/>
            <a:chOff x="7044125" y="4266813"/>
            <a:chExt cx="1967095" cy="1919189"/>
          </a:xfrm>
        </p:grpSpPr>
        <p:sp>
          <p:nvSpPr>
            <p:cNvPr id="37" name="Google Shape;37;p8"/>
            <p:cNvSpPr/>
            <p:nvPr/>
          </p:nvSpPr>
          <p:spPr>
            <a:xfrm>
              <a:off x="7271874" y="4466242"/>
              <a:ext cx="495300" cy="507900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8"/>
            <p:cNvSpPr/>
            <p:nvPr/>
          </p:nvSpPr>
          <p:spPr>
            <a:xfrm>
              <a:off x="7780013" y="4266813"/>
              <a:ext cx="495300" cy="507900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8"/>
            <p:cNvSpPr/>
            <p:nvPr/>
          </p:nvSpPr>
          <p:spPr>
            <a:xfrm>
              <a:off x="8288165" y="4474492"/>
              <a:ext cx="495300" cy="5079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8"/>
            <p:cNvSpPr/>
            <p:nvPr/>
          </p:nvSpPr>
          <p:spPr>
            <a:xfrm>
              <a:off x="8515920" y="4982390"/>
              <a:ext cx="495300" cy="5079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8"/>
            <p:cNvSpPr/>
            <p:nvPr/>
          </p:nvSpPr>
          <p:spPr>
            <a:xfrm>
              <a:off x="8288181" y="5498557"/>
              <a:ext cx="495300" cy="5079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8"/>
            <p:cNvSpPr/>
            <p:nvPr/>
          </p:nvSpPr>
          <p:spPr>
            <a:xfrm>
              <a:off x="7780013" y="5678102"/>
              <a:ext cx="495300" cy="5079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8"/>
            <p:cNvSpPr/>
            <p:nvPr/>
          </p:nvSpPr>
          <p:spPr>
            <a:xfrm>
              <a:off x="7271880" y="5498539"/>
              <a:ext cx="495300" cy="507900"/>
            </a:xfrm>
            <a:prstGeom prst="ellipse">
              <a:avLst/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8"/>
            <p:cNvSpPr/>
            <p:nvPr/>
          </p:nvSpPr>
          <p:spPr>
            <a:xfrm>
              <a:off x="7044125" y="4982408"/>
              <a:ext cx="495300" cy="507900"/>
            </a:xfrm>
            <a:prstGeom prst="ellipse">
              <a:avLst/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8"/>
          <p:cNvSpPr/>
          <p:nvPr/>
        </p:nvSpPr>
        <p:spPr>
          <a:xfrm>
            <a:off x="3054119" y="5771400"/>
            <a:ext cx="513894" cy="513894"/>
          </a:xfrm>
          <a:custGeom>
            <a:avLst/>
            <a:gdLst/>
            <a:ahLst/>
            <a:cxnLst/>
            <a:rect l="l" t="t" r="r" b="b"/>
            <a:pathLst>
              <a:path w="7441" h="7441" extrusionOk="0">
                <a:moveTo>
                  <a:pt x="232" y="1"/>
                </a:moveTo>
                <a:cubicBezTo>
                  <a:pt x="107" y="1"/>
                  <a:pt x="0" y="108"/>
                  <a:pt x="0" y="233"/>
                </a:cubicBezTo>
                <a:cubicBezTo>
                  <a:pt x="0" y="268"/>
                  <a:pt x="18" y="286"/>
                  <a:pt x="18" y="304"/>
                </a:cubicBezTo>
                <a:lnTo>
                  <a:pt x="2284" y="7138"/>
                </a:lnTo>
                <a:cubicBezTo>
                  <a:pt x="2327" y="7237"/>
                  <a:pt x="2415" y="7291"/>
                  <a:pt x="2512" y="7291"/>
                </a:cubicBezTo>
                <a:cubicBezTo>
                  <a:pt x="2537" y="7291"/>
                  <a:pt x="2562" y="7288"/>
                  <a:pt x="2588" y="7280"/>
                </a:cubicBezTo>
                <a:cubicBezTo>
                  <a:pt x="2641" y="7263"/>
                  <a:pt x="2695" y="7209"/>
                  <a:pt x="2730" y="7138"/>
                </a:cubicBezTo>
                <a:lnTo>
                  <a:pt x="3587" y="4765"/>
                </a:lnTo>
                <a:lnTo>
                  <a:pt x="6263" y="7441"/>
                </a:lnTo>
                <a:lnTo>
                  <a:pt x="7441" y="6263"/>
                </a:lnTo>
                <a:lnTo>
                  <a:pt x="4764" y="3587"/>
                </a:lnTo>
                <a:lnTo>
                  <a:pt x="7137" y="2731"/>
                </a:lnTo>
                <a:cubicBezTo>
                  <a:pt x="7262" y="2677"/>
                  <a:pt x="7316" y="2552"/>
                  <a:pt x="7280" y="2427"/>
                </a:cubicBezTo>
                <a:cubicBezTo>
                  <a:pt x="7262" y="2374"/>
                  <a:pt x="7191" y="2302"/>
                  <a:pt x="7137" y="2284"/>
                </a:cubicBezTo>
                <a:lnTo>
                  <a:pt x="304" y="18"/>
                </a:lnTo>
                <a:cubicBezTo>
                  <a:pt x="286" y="1"/>
                  <a:pt x="250" y="1"/>
                  <a:pt x="232" y="1"/>
                </a:cubicBezTo>
                <a:close/>
              </a:path>
            </a:pathLst>
          </a:cu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8"/>
          <p:cNvSpPr txBox="1">
            <a:spLocks noGrp="1"/>
          </p:cNvSpPr>
          <p:nvPr>
            <p:ph type="ctrTitle"/>
          </p:nvPr>
        </p:nvSpPr>
        <p:spPr>
          <a:xfrm>
            <a:off x="2935050" y="2828050"/>
            <a:ext cx="6187200" cy="25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8" name="Google Shape;48;p8"/>
          <p:cNvGrpSpPr/>
          <p:nvPr/>
        </p:nvGrpSpPr>
        <p:grpSpPr>
          <a:xfrm>
            <a:off x="9986763" y="5578813"/>
            <a:ext cx="941400" cy="706475"/>
            <a:chOff x="9799675" y="3601413"/>
            <a:chExt cx="941400" cy="706475"/>
          </a:xfrm>
        </p:grpSpPr>
        <p:sp>
          <p:nvSpPr>
            <p:cNvPr id="49" name="Google Shape;49;p8"/>
            <p:cNvSpPr/>
            <p:nvPr/>
          </p:nvSpPr>
          <p:spPr>
            <a:xfrm>
              <a:off x="9878225" y="3601413"/>
              <a:ext cx="360000" cy="360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8"/>
            <p:cNvSpPr/>
            <p:nvPr/>
          </p:nvSpPr>
          <p:spPr>
            <a:xfrm>
              <a:off x="9799675" y="3673388"/>
              <a:ext cx="941400" cy="634500"/>
            </a:xfrm>
            <a:prstGeom prst="roundRect">
              <a:avLst>
                <a:gd name="adj" fmla="val 9522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0"/>
          <p:cNvGraphicFramePr/>
          <p:nvPr/>
        </p:nvGraphicFramePr>
        <p:xfrm>
          <a:off x="9393125" y="-168900"/>
          <a:ext cx="3062800" cy="316968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7" name="Google Shape;87;p10"/>
          <p:cNvGraphicFramePr/>
          <p:nvPr/>
        </p:nvGraphicFramePr>
        <p:xfrm>
          <a:off x="-152925" y="4252800"/>
          <a:ext cx="2297100" cy="316968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8" name="Google Shape;88;p10"/>
          <p:cNvSpPr/>
          <p:nvPr/>
        </p:nvSpPr>
        <p:spPr>
          <a:xfrm>
            <a:off x="488600" y="518650"/>
            <a:ext cx="10383300" cy="48834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505022" y="528725"/>
            <a:ext cx="103833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582275" y="6002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1020450" y="6002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1458625" y="6002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1092450" y="67226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1514225" y="84720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0"/>
          <p:cNvGrpSpPr/>
          <p:nvPr/>
        </p:nvGrpSpPr>
        <p:grpSpPr>
          <a:xfrm>
            <a:off x="664184" y="687450"/>
            <a:ext cx="196183" cy="196183"/>
            <a:chOff x="2205255" y="-492150"/>
            <a:chExt cx="196183" cy="196183"/>
          </a:xfrm>
        </p:grpSpPr>
        <p:sp>
          <p:nvSpPr>
            <p:cNvPr id="96" name="Google Shape;96;p10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0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10"/>
          <p:cNvSpPr/>
          <p:nvPr/>
        </p:nvSpPr>
        <p:spPr>
          <a:xfrm>
            <a:off x="1182374" y="1512950"/>
            <a:ext cx="10366800" cy="48834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1198770" y="1523025"/>
            <a:ext cx="103668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1281863" y="15945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1720038" y="15945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2158213" y="15945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1792038" y="166656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2213813" y="184150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10"/>
          <p:cNvGrpSpPr/>
          <p:nvPr/>
        </p:nvGrpSpPr>
        <p:grpSpPr>
          <a:xfrm>
            <a:off x="1363771" y="1681750"/>
            <a:ext cx="196183" cy="196183"/>
            <a:chOff x="2205255" y="-492150"/>
            <a:chExt cx="196183" cy="196183"/>
          </a:xfrm>
        </p:grpSpPr>
        <p:sp>
          <p:nvSpPr>
            <p:cNvPr id="106" name="Google Shape;106;p10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0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1514225" y="2314625"/>
            <a:ext cx="9685500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0"/>
          <p:cNvSpPr txBox="1">
            <a:spLocks noGrp="1"/>
          </p:cNvSpPr>
          <p:nvPr>
            <p:ph type="body" idx="1"/>
          </p:nvPr>
        </p:nvSpPr>
        <p:spPr>
          <a:xfrm>
            <a:off x="1514225" y="3834077"/>
            <a:ext cx="9685500" cy="2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10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11" name="Google Shape;111;p10"/>
          <p:cNvGrpSpPr/>
          <p:nvPr/>
        </p:nvGrpSpPr>
        <p:grpSpPr>
          <a:xfrm>
            <a:off x="10687372" y="5537347"/>
            <a:ext cx="1061241" cy="1040222"/>
            <a:chOff x="4568697" y="5245097"/>
            <a:chExt cx="1061241" cy="1040222"/>
          </a:xfrm>
        </p:grpSpPr>
        <p:grpSp>
          <p:nvGrpSpPr>
            <p:cNvPr id="112" name="Google Shape;112;p10"/>
            <p:cNvGrpSpPr/>
            <p:nvPr/>
          </p:nvGrpSpPr>
          <p:grpSpPr>
            <a:xfrm>
              <a:off x="4568697" y="5245097"/>
              <a:ext cx="719170" cy="701656"/>
              <a:chOff x="7044125" y="4266813"/>
              <a:chExt cx="1967095" cy="1919189"/>
            </a:xfrm>
          </p:grpSpPr>
          <p:sp>
            <p:nvSpPr>
              <p:cNvPr id="113" name="Google Shape;113;p10"/>
              <p:cNvSpPr/>
              <p:nvPr/>
            </p:nvSpPr>
            <p:spPr>
              <a:xfrm>
                <a:off x="7271874" y="4466242"/>
                <a:ext cx="495300" cy="507900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0"/>
              <p:cNvSpPr/>
              <p:nvPr/>
            </p:nvSpPr>
            <p:spPr>
              <a:xfrm>
                <a:off x="7780013" y="4266813"/>
                <a:ext cx="495300" cy="507900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0"/>
              <p:cNvSpPr/>
              <p:nvPr/>
            </p:nvSpPr>
            <p:spPr>
              <a:xfrm>
                <a:off x="8288165" y="4474492"/>
                <a:ext cx="495300" cy="507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0"/>
              <p:cNvSpPr/>
              <p:nvPr/>
            </p:nvSpPr>
            <p:spPr>
              <a:xfrm>
                <a:off x="8515920" y="4982390"/>
                <a:ext cx="495300" cy="5079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0"/>
              <p:cNvSpPr/>
              <p:nvPr/>
            </p:nvSpPr>
            <p:spPr>
              <a:xfrm>
                <a:off x="8288181" y="5498557"/>
                <a:ext cx="495300" cy="507900"/>
              </a:xfrm>
              <a:prstGeom prst="ellipse">
                <a:avLst/>
              </a:pr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0"/>
              <p:cNvSpPr/>
              <p:nvPr/>
            </p:nvSpPr>
            <p:spPr>
              <a:xfrm>
                <a:off x="7780013" y="5678102"/>
                <a:ext cx="495300" cy="507900"/>
              </a:xfrm>
              <a:prstGeom prst="ellipse">
                <a:avLst/>
              </a:pr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0"/>
              <p:cNvSpPr/>
              <p:nvPr/>
            </p:nvSpPr>
            <p:spPr>
              <a:xfrm>
                <a:off x="7271880" y="5498539"/>
                <a:ext cx="495300" cy="507900"/>
              </a:xfrm>
              <a:prstGeom prst="ellipse">
                <a:avLst/>
              </a:pr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0"/>
              <p:cNvSpPr/>
              <p:nvPr/>
            </p:nvSpPr>
            <p:spPr>
              <a:xfrm>
                <a:off x="7044125" y="4982408"/>
                <a:ext cx="495300" cy="507900"/>
              </a:xfrm>
              <a:prstGeom prst="ellipse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" name="Google Shape;121;p10"/>
            <p:cNvSpPr/>
            <p:nvPr/>
          </p:nvSpPr>
          <p:spPr>
            <a:xfrm>
              <a:off x="5116044" y="5771425"/>
              <a:ext cx="513894" cy="513894"/>
            </a:xfrm>
            <a:custGeom>
              <a:avLst/>
              <a:gdLst/>
              <a:ahLst/>
              <a:cxnLst/>
              <a:rect l="l" t="t" r="r" b="b"/>
              <a:pathLst>
                <a:path w="7441" h="7441" extrusionOk="0">
                  <a:moveTo>
                    <a:pt x="232" y="1"/>
                  </a:moveTo>
                  <a:cubicBezTo>
                    <a:pt x="107" y="1"/>
                    <a:pt x="0" y="108"/>
                    <a:pt x="0" y="233"/>
                  </a:cubicBezTo>
                  <a:cubicBezTo>
                    <a:pt x="0" y="268"/>
                    <a:pt x="18" y="286"/>
                    <a:pt x="18" y="304"/>
                  </a:cubicBezTo>
                  <a:lnTo>
                    <a:pt x="2284" y="7138"/>
                  </a:lnTo>
                  <a:cubicBezTo>
                    <a:pt x="2327" y="7237"/>
                    <a:pt x="2415" y="7291"/>
                    <a:pt x="2512" y="7291"/>
                  </a:cubicBezTo>
                  <a:cubicBezTo>
                    <a:pt x="2537" y="7291"/>
                    <a:pt x="2562" y="7288"/>
                    <a:pt x="2588" y="7280"/>
                  </a:cubicBezTo>
                  <a:cubicBezTo>
                    <a:pt x="2641" y="7263"/>
                    <a:pt x="2695" y="7209"/>
                    <a:pt x="2730" y="7138"/>
                  </a:cubicBezTo>
                  <a:lnTo>
                    <a:pt x="3587" y="4765"/>
                  </a:lnTo>
                  <a:lnTo>
                    <a:pt x="6263" y="7441"/>
                  </a:lnTo>
                  <a:lnTo>
                    <a:pt x="7441" y="6263"/>
                  </a:lnTo>
                  <a:lnTo>
                    <a:pt x="4764" y="3587"/>
                  </a:lnTo>
                  <a:lnTo>
                    <a:pt x="7137" y="2731"/>
                  </a:lnTo>
                  <a:cubicBezTo>
                    <a:pt x="7262" y="2677"/>
                    <a:pt x="7316" y="2552"/>
                    <a:pt x="7280" y="2427"/>
                  </a:cubicBezTo>
                  <a:cubicBezTo>
                    <a:pt x="7262" y="2374"/>
                    <a:pt x="7191" y="2302"/>
                    <a:pt x="7137" y="2284"/>
                  </a:cubicBezTo>
                  <a:lnTo>
                    <a:pt x="304" y="18"/>
                  </a:lnTo>
                  <a:cubicBezTo>
                    <a:pt x="286" y="1"/>
                    <a:pt x="250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11"/>
          <p:cNvGraphicFramePr/>
          <p:nvPr/>
        </p:nvGraphicFramePr>
        <p:xfrm>
          <a:off x="9393125" y="-168900"/>
          <a:ext cx="3062800" cy="316968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4" name="Google Shape;124;p11"/>
          <p:cNvGraphicFramePr/>
          <p:nvPr/>
        </p:nvGraphicFramePr>
        <p:xfrm>
          <a:off x="-152925" y="4252800"/>
          <a:ext cx="2297100" cy="316968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5" name="Google Shape;125;p11"/>
          <p:cNvSpPr/>
          <p:nvPr/>
        </p:nvSpPr>
        <p:spPr>
          <a:xfrm>
            <a:off x="321975" y="304700"/>
            <a:ext cx="11609700" cy="62754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2009649" y="1069325"/>
            <a:ext cx="9766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body" idx="1"/>
          </p:nvPr>
        </p:nvSpPr>
        <p:spPr>
          <a:xfrm>
            <a:off x="491800" y="2710952"/>
            <a:ext cx="3464100" cy="3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 sz="1900"/>
            </a:lvl9pPr>
          </a:lstStyle>
          <a:p>
            <a:endParaRPr/>
          </a:p>
        </p:txBody>
      </p:sp>
      <p:sp>
        <p:nvSpPr>
          <p:cNvPr id="128" name="Google Shape;128;p11"/>
          <p:cNvSpPr txBox="1">
            <a:spLocks noGrp="1"/>
          </p:cNvSpPr>
          <p:nvPr>
            <p:ph type="body" idx="2"/>
          </p:nvPr>
        </p:nvSpPr>
        <p:spPr>
          <a:xfrm>
            <a:off x="4406792" y="2710952"/>
            <a:ext cx="3464100" cy="3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 sz="1900"/>
            </a:lvl9pPr>
          </a:lstStyle>
          <a:p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1"/>
          <p:cNvSpPr txBox="1">
            <a:spLocks noGrp="1"/>
          </p:cNvSpPr>
          <p:nvPr>
            <p:ph type="body" idx="3"/>
          </p:nvPr>
        </p:nvSpPr>
        <p:spPr>
          <a:xfrm>
            <a:off x="8321799" y="2710952"/>
            <a:ext cx="3464100" cy="3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 sz="1900"/>
            </a:lvl9pPr>
          </a:lstStyle>
          <a:p>
            <a:endParaRPr/>
          </a:p>
        </p:txBody>
      </p:sp>
      <p:sp>
        <p:nvSpPr>
          <p:cNvPr id="131" name="Google Shape;131;p11"/>
          <p:cNvSpPr/>
          <p:nvPr/>
        </p:nvSpPr>
        <p:spPr>
          <a:xfrm>
            <a:off x="338376" y="314775"/>
            <a:ext cx="116097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421463" y="38631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859638" y="38631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1297813" y="38631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931638" y="45831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1353413" y="63325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11"/>
          <p:cNvGrpSpPr/>
          <p:nvPr/>
        </p:nvGrpSpPr>
        <p:grpSpPr>
          <a:xfrm>
            <a:off x="503372" y="473500"/>
            <a:ext cx="196183" cy="196183"/>
            <a:chOff x="2205255" y="-492150"/>
            <a:chExt cx="196183" cy="196183"/>
          </a:xfrm>
        </p:grpSpPr>
        <p:sp>
          <p:nvSpPr>
            <p:cNvPr id="138" name="Google Shape;138;p11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1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11"/>
          <p:cNvGrpSpPr/>
          <p:nvPr/>
        </p:nvGrpSpPr>
        <p:grpSpPr>
          <a:xfrm>
            <a:off x="629075" y="1069463"/>
            <a:ext cx="941400" cy="706475"/>
            <a:chOff x="9799675" y="3601413"/>
            <a:chExt cx="941400" cy="706475"/>
          </a:xfrm>
        </p:grpSpPr>
        <p:sp>
          <p:nvSpPr>
            <p:cNvPr id="141" name="Google Shape;141;p11"/>
            <p:cNvSpPr/>
            <p:nvPr/>
          </p:nvSpPr>
          <p:spPr>
            <a:xfrm>
              <a:off x="9878225" y="3601413"/>
              <a:ext cx="360000" cy="360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9799675" y="3673388"/>
              <a:ext cx="941400" cy="634500"/>
            </a:xfrm>
            <a:prstGeom prst="roundRect">
              <a:avLst>
                <a:gd name="adj" fmla="val 9522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1"/>
          <p:cNvGrpSpPr/>
          <p:nvPr/>
        </p:nvGrpSpPr>
        <p:grpSpPr>
          <a:xfrm>
            <a:off x="995247" y="1412447"/>
            <a:ext cx="1061241" cy="1040222"/>
            <a:chOff x="4568697" y="5245097"/>
            <a:chExt cx="1061241" cy="1040222"/>
          </a:xfrm>
        </p:grpSpPr>
        <p:grpSp>
          <p:nvGrpSpPr>
            <p:cNvPr id="144" name="Google Shape;144;p11"/>
            <p:cNvGrpSpPr/>
            <p:nvPr/>
          </p:nvGrpSpPr>
          <p:grpSpPr>
            <a:xfrm>
              <a:off x="4568697" y="5245097"/>
              <a:ext cx="719170" cy="701656"/>
              <a:chOff x="7044125" y="4266813"/>
              <a:chExt cx="1967095" cy="1919189"/>
            </a:xfrm>
          </p:grpSpPr>
          <p:sp>
            <p:nvSpPr>
              <p:cNvPr id="145" name="Google Shape;145;p11"/>
              <p:cNvSpPr/>
              <p:nvPr/>
            </p:nvSpPr>
            <p:spPr>
              <a:xfrm>
                <a:off x="7271874" y="4466242"/>
                <a:ext cx="495300" cy="507900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>
                <a:off x="7780013" y="4266813"/>
                <a:ext cx="495300" cy="507900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>
                <a:off x="8288165" y="4474492"/>
                <a:ext cx="495300" cy="507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1"/>
              <p:cNvSpPr/>
              <p:nvPr/>
            </p:nvSpPr>
            <p:spPr>
              <a:xfrm>
                <a:off x="8515920" y="4982390"/>
                <a:ext cx="495300" cy="5079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1"/>
              <p:cNvSpPr/>
              <p:nvPr/>
            </p:nvSpPr>
            <p:spPr>
              <a:xfrm>
                <a:off x="8288181" y="5498557"/>
                <a:ext cx="495300" cy="507900"/>
              </a:xfrm>
              <a:prstGeom prst="ellipse">
                <a:avLst/>
              </a:pr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>
                <a:off x="7780013" y="5678102"/>
                <a:ext cx="495300" cy="507900"/>
              </a:xfrm>
              <a:prstGeom prst="ellipse">
                <a:avLst/>
              </a:pr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>
                <a:off x="7271880" y="5498539"/>
                <a:ext cx="495300" cy="507900"/>
              </a:xfrm>
              <a:prstGeom prst="ellipse">
                <a:avLst/>
              </a:pr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>
                <a:off x="7044125" y="4982408"/>
                <a:ext cx="495300" cy="507900"/>
              </a:xfrm>
              <a:prstGeom prst="ellipse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3" name="Google Shape;153;p11"/>
            <p:cNvSpPr/>
            <p:nvPr/>
          </p:nvSpPr>
          <p:spPr>
            <a:xfrm>
              <a:off x="5116044" y="5771425"/>
              <a:ext cx="513894" cy="513894"/>
            </a:xfrm>
            <a:custGeom>
              <a:avLst/>
              <a:gdLst/>
              <a:ahLst/>
              <a:cxnLst/>
              <a:rect l="l" t="t" r="r" b="b"/>
              <a:pathLst>
                <a:path w="7441" h="7441" extrusionOk="0">
                  <a:moveTo>
                    <a:pt x="232" y="1"/>
                  </a:moveTo>
                  <a:cubicBezTo>
                    <a:pt x="107" y="1"/>
                    <a:pt x="0" y="108"/>
                    <a:pt x="0" y="233"/>
                  </a:cubicBezTo>
                  <a:cubicBezTo>
                    <a:pt x="0" y="268"/>
                    <a:pt x="18" y="286"/>
                    <a:pt x="18" y="304"/>
                  </a:cubicBezTo>
                  <a:lnTo>
                    <a:pt x="2284" y="7138"/>
                  </a:lnTo>
                  <a:cubicBezTo>
                    <a:pt x="2327" y="7237"/>
                    <a:pt x="2415" y="7291"/>
                    <a:pt x="2512" y="7291"/>
                  </a:cubicBezTo>
                  <a:cubicBezTo>
                    <a:pt x="2537" y="7291"/>
                    <a:pt x="2562" y="7288"/>
                    <a:pt x="2588" y="7280"/>
                  </a:cubicBezTo>
                  <a:cubicBezTo>
                    <a:pt x="2641" y="7263"/>
                    <a:pt x="2695" y="7209"/>
                    <a:pt x="2730" y="7138"/>
                  </a:cubicBezTo>
                  <a:lnTo>
                    <a:pt x="3587" y="4765"/>
                  </a:lnTo>
                  <a:lnTo>
                    <a:pt x="6263" y="7441"/>
                  </a:lnTo>
                  <a:lnTo>
                    <a:pt x="7441" y="6263"/>
                  </a:lnTo>
                  <a:lnTo>
                    <a:pt x="4764" y="3587"/>
                  </a:lnTo>
                  <a:lnTo>
                    <a:pt x="7137" y="2731"/>
                  </a:lnTo>
                  <a:cubicBezTo>
                    <a:pt x="7262" y="2677"/>
                    <a:pt x="7316" y="2552"/>
                    <a:pt x="7280" y="2427"/>
                  </a:cubicBezTo>
                  <a:cubicBezTo>
                    <a:pt x="7262" y="2374"/>
                    <a:pt x="7191" y="2302"/>
                    <a:pt x="7137" y="2284"/>
                  </a:cubicBezTo>
                  <a:lnTo>
                    <a:pt x="304" y="18"/>
                  </a:lnTo>
                  <a:cubicBezTo>
                    <a:pt x="286" y="1"/>
                    <a:pt x="250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BLANK_2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12"/>
          <p:cNvGraphicFramePr/>
          <p:nvPr/>
        </p:nvGraphicFramePr>
        <p:xfrm>
          <a:off x="-152925" y="4252800"/>
          <a:ext cx="2297100" cy="316968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6" name="Google Shape;156;p12"/>
          <p:cNvSpPr/>
          <p:nvPr/>
        </p:nvSpPr>
        <p:spPr>
          <a:xfrm>
            <a:off x="432300" y="456425"/>
            <a:ext cx="7632900" cy="59646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454380" y="466500"/>
            <a:ext cx="76329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8" name="Google Shape;158;p12"/>
          <p:cNvGraphicFramePr/>
          <p:nvPr/>
        </p:nvGraphicFramePr>
        <p:xfrm>
          <a:off x="9393125" y="-168900"/>
          <a:ext cx="3062800" cy="316968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9" name="Google Shape;159;p12"/>
          <p:cNvSpPr/>
          <p:nvPr/>
        </p:nvSpPr>
        <p:spPr>
          <a:xfrm>
            <a:off x="5333750" y="253050"/>
            <a:ext cx="6395400" cy="63519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5343865" y="263125"/>
            <a:ext cx="63954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5427425" y="3346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5865600" y="3346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6303775" y="3346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5937600" y="40666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6359375" y="58160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12"/>
          <p:cNvGrpSpPr/>
          <p:nvPr/>
        </p:nvGrpSpPr>
        <p:grpSpPr>
          <a:xfrm>
            <a:off x="5509334" y="421850"/>
            <a:ext cx="196183" cy="196183"/>
            <a:chOff x="2205255" y="-492150"/>
            <a:chExt cx="196183" cy="196183"/>
          </a:xfrm>
        </p:grpSpPr>
        <p:sp>
          <p:nvSpPr>
            <p:cNvPr id="167" name="Google Shape;167;p12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2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12"/>
          <p:cNvSpPr/>
          <p:nvPr/>
        </p:nvSpPr>
        <p:spPr>
          <a:xfrm>
            <a:off x="525963" y="538038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964138" y="538038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1402313" y="538038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1036138" y="610038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1457913" y="784975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12"/>
          <p:cNvGrpSpPr/>
          <p:nvPr/>
        </p:nvGrpSpPr>
        <p:grpSpPr>
          <a:xfrm>
            <a:off x="607871" y="625225"/>
            <a:ext cx="196183" cy="196183"/>
            <a:chOff x="2205255" y="-492150"/>
            <a:chExt cx="196183" cy="196183"/>
          </a:xfrm>
        </p:grpSpPr>
        <p:sp>
          <p:nvSpPr>
            <p:cNvPr id="175" name="Google Shape;175;p12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12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title"/>
          </p:nvPr>
        </p:nvSpPr>
        <p:spPr>
          <a:xfrm>
            <a:off x="759901" y="1724450"/>
            <a:ext cx="38601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subTitle" idx="1"/>
          </p:nvPr>
        </p:nvSpPr>
        <p:spPr>
          <a:xfrm>
            <a:off x="804050" y="3901200"/>
            <a:ext cx="3860100" cy="21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BLANK_3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16401" y="10075"/>
            <a:ext cx="121920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99488" y="8161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537663" y="8161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975838" y="8161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609663" y="15361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1031438" y="32855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13"/>
          <p:cNvGrpSpPr/>
          <p:nvPr/>
        </p:nvGrpSpPr>
        <p:grpSpPr>
          <a:xfrm>
            <a:off x="181397" y="168800"/>
            <a:ext cx="196183" cy="196183"/>
            <a:chOff x="2205255" y="-492150"/>
            <a:chExt cx="196183" cy="196183"/>
          </a:xfrm>
        </p:grpSpPr>
        <p:sp>
          <p:nvSpPr>
            <p:cNvPr id="189" name="Google Shape;189;p13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3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p13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title"/>
          </p:nvPr>
        </p:nvSpPr>
        <p:spPr>
          <a:xfrm>
            <a:off x="415492" y="1160125"/>
            <a:ext cx="11361000" cy="47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12800"/>
            </a:lvl9pPr>
          </a:lstStyle>
          <a:p>
            <a:endParaRPr/>
          </a:p>
        </p:txBody>
      </p:sp>
      <p:sp>
        <p:nvSpPr>
          <p:cNvPr id="193" name="Google Shape;193;p13"/>
          <p:cNvSpPr txBox="1"/>
          <p:nvPr/>
        </p:nvSpPr>
        <p:spPr>
          <a:xfrm rot="5400000">
            <a:off x="-632925" y="1104725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400" b="0" i="0" u="none" strike="noStrike" cap="none">
              <a:solidFill>
                <a:schemeClr val="accen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" name="Google Shape;195;p14"/>
          <p:cNvGraphicFramePr/>
          <p:nvPr/>
        </p:nvGraphicFramePr>
        <p:xfrm>
          <a:off x="9393125" y="-16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96" name="Google Shape;196;p14"/>
          <p:cNvGraphicFramePr/>
          <p:nvPr/>
        </p:nvGraphicFramePr>
        <p:xfrm>
          <a:off x="-152925" y="42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7" name="Google Shape;197;p14"/>
          <p:cNvSpPr/>
          <p:nvPr/>
        </p:nvSpPr>
        <p:spPr>
          <a:xfrm>
            <a:off x="488600" y="518650"/>
            <a:ext cx="10383300" cy="48834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505022" y="528725"/>
            <a:ext cx="103833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582275" y="6002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1020450" y="6002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1458625" y="6002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1092450" y="67226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1514225" y="84720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14"/>
          <p:cNvGrpSpPr/>
          <p:nvPr/>
        </p:nvGrpSpPr>
        <p:grpSpPr>
          <a:xfrm>
            <a:off x="664184" y="687450"/>
            <a:ext cx="196183" cy="196183"/>
            <a:chOff x="2205255" y="-492150"/>
            <a:chExt cx="196183" cy="196183"/>
          </a:xfrm>
        </p:grpSpPr>
        <p:sp>
          <p:nvSpPr>
            <p:cNvPr id="205" name="Google Shape;205;p14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4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14"/>
          <p:cNvSpPr/>
          <p:nvPr/>
        </p:nvSpPr>
        <p:spPr>
          <a:xfrm>
            <a:off x="1190574" y="1512950"/>
            <a:ext cx="10366800" cy="48834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1190574" y="1523025"/>
            <a:ext cx="10366800" cy="513900"/>
          </a:xfrm>
          <a:prstGeom prst="rect">
            <a:avLst/>
          </a:prstGeom>
          <a:solidFill>
            <a:srgbClr val="F3F3F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1281863" y="1594563"/>
            <a:ext cx="360000" cy="3600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1720038" y="1594563"/>
            <a:ext cx="360000" cy="3600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2158213" y="1594563"/>
            <a:ext cx="360000" cy="3600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1792038" y="166656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2213813" y="184150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14"/>
          <p:cNvGrpSpPr/>
          <p:nvPr/>
        </p:nvGrpSpPr>
        <p:grpSpPr>
          <a:xfrm>
            <a:off x="1363771" y="1681750"/>
            <a:ext cx="196183" cy="196183"/>
            <a:chOff x="2205255" y="-492150"/>
            <a:chExt cx="196183" cy="196183"/>
          </a:xfrm>
        </p:grpSpPr>
        <p:sp>
          <p:nvSpPr>
            <p:cNvPr id="215" name="Google Shape;215;p14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4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14"/>
          <p:cNvSpPr txBox="1">
            <a:spLocks noGrp="1"/>
          </p:cNvSpPr>
          <p:nvPr>
            <p:ph type="title"/>
          </p:nvPr>
        </p:nvSpPr>
        <p:spPr>
          <a:xfrm>
            <a:off x="1720050" y="2517325"/>
            <a:ext cx="9387900" cy="3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48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11220144" y="6120975"/>
            <a:ext cx="513894" cy="513894"/>
          </a:xfrm>
          <a:custGeom>
            <a:avLst/>
            <a:gdLst/>
            <a:ahLst/>
            <a:cxnLst/>
            <a:rect l="l" t="t" r="r" b="b"/>
            <a:pathLst>
              <a:path w="7441" h="7441" extrusionOk="0">
                <a:moveTo>
                  <a:pt x="232" y="1"/>
                </a:moveTo>
                <a:cubicBezTo>
                  <a:pt x="107" y="1"/>
                  <a:pt x="0" y="108"/>
                  <a:pt x="0" y="233"/>
                </a:cubicBezTo>
                <a:cubicBezTo>
                  <a:pt x="0" y="268"/>
                  <a:pt x="18" y="286"/>
                  <a:pt x="18" y="304"/>
                </a:cubicBezTo>
                <a:lnTo>
                  <a:pt x="2284" y="7138"/>
                </a:lnTo>
                <a:cubicBezTo>
                  <a:pt x="2327" y="7237"/>
                  <a:pt x="2415" y="7291"/>
                  <a:pt x="2512" y="7291"/>
                </a:cubicBezTo>
                <a:cubicBezTo>
                  <a:pt x="2537" y="7291"/>
                  <a:pt x="2562" y="7288"/>
                  <a:pt x="2588" y="7280"/>
                </a:cubicBezTo>
                <a:cubicBezTo>
                  <a:pt x="2641" y="7263"/>
                  <a:pt x="2695" y="7209"/>
                  <a:pt x="2730" y="7138"/>
                </a:cubicBezTo>
                <a:lnTo>
                  <a:pt x="3587" y="4765"/>
                </a:lnTo>
                <a:lnTo>
                  <a:pt x="6263" y="7441"/>
                </a:lnTo>
                <a:lnTo>
                  <a:pt x="7441" y="6263"/>
                </a:lnTo>
                <a:lnTo>
                  <a:pt x="4764" y="3587"/>
                </a:lnTo>
                <a:lnTo>
                  <a:pt x="7137" y="2731"/>
                </a:lnTo>
                <a:cubicBezTo>
                  <a:pt x="7262" y="2677"/>
                  <a:pt x="7316" y="2552"/>
                  <a:pt x="7280" y="2427"/>
                </a:cubicBezTo>
                <a:cubicBezTo>
                  <a:pt x="7262" y="2374"/>
                  <a:pt x="7191" y="2302"/>
                  <a:pt x="7137" y="2284"/>
                </a:cubicBezTo>
                <a:lnTo>
                  <a:pt x="304" y="18"/>
                </a:lnTo>
                <a:cubicBezTo>
                  <a:pt x="286" y="1"/>
                  <a:pt x="250" y="1"/>
                  <a:pt x="232" y="1"/>
                </a:cubicBezTo>
                <a:close/>
              </a:path>
            </a:pathLst>
          </a:custGeom>
          <a:solidFill>
            <a:srgbClr val="F3F3F3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" name="Google Shape;248;p16"/>
          <p:cNvGraphicFramePr/>
          <p:nvPr/>
        </p:nvGraphicFramePr>
        <p:xfrm>
          <a:off x="9393125" y="-16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49" name="Google Shape;249;p16"/>
          <p:cNvGraphicFramePr/>
          <p:nvPr/>
        </p:nvGraphicFramePr>
        <p:xfrm>
          <a:off x="-152925" y="42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0" name="Google Shape;250;p16"/>
          <p:cNvSpPr/>
          <p:nvPr/>
        </p:nvSpPr>
        <p:spPr>
          <a:xfrm>
            <a:off x="183800" y="213850"/>
            <a:ext cx="10383300" cy="48834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200222" y="223925"/>
            <a:ext cx="103833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277475" y="2954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715650" y="2954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1153825" y="2954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787650" y="36746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1209425" y="54240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16"/>
          <p:cNvGrpSpPr/>
          <p:nvPr/>
        </p:nvGrpSpPr>
        <p:grpSpPr>
          <a:xfrm>
            <a:off x="359384" y="382650"/>
            <a:ext cx="196183" cy="196183"/>
            <a:chOff x="2205255" y="-492150"/>
            <a:chExt cx="196183" cy="196183"/>
          </a:xfrm>
        </p:grpSpPr>
        <p:sp>
          <p:nvSpPr>
            <p:cNvPr id="258" name="Google Shape;258;p16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16"/>
          <p:cNvSpPr/>
          <p:nvPr/>
        </p:nvSpPr>
        <p:spPr>
          <a:xfrm>
            <a:off x="1190575" y="1284350"/>
            <a:ext cx="10366800" cy="5331900"/>
          </a:xfrm>
          <a:prstGeom prst="rect">
            <a:avLst/>
          </a:prstGeom>
          <a:solidFill>
            <a:schemeClr val="dk2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1190574" y="1294425"/>
            <a:ext cx="10366800" cy="513900"/>
          </a:xfrm>
          <a:prstGeom prst="rect">
            <a:avLst/>
          </a:prstGeom>
          <a:solidFill>
            <a:srgbClr val="F3F3F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1281863" y="1365963"/>
            <a:ext cx="360000" cy="3600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1720038" y="1365963"/>
            <a:ext cx="360000" cy="3600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2158213" y="1365963"/>
            <a:ext cx="360000" cy="3600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1792038" y="143796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2213813" y="161290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16"/>
          <p:cNvGrpSpPr/>
          <p:nvPr/>
        </p:nvGrpSpPr>
        <p:grpSpPr>
          <a:xfrm>
            <a:off x="1363771" y="1453150"/>
            <a:ext cx="196183" cy="196183"/>
            <a:chOff x="2205255" y="-492150"/>
            <a:chExt cx="196183" cy="196183"/>
          </a:xfrm>
        </p:grpSpPr>
        <p:sp>
          <p:nvSpPr>
            <p:cNvPr id="268" name="Google Shape;268;p16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6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16"/>
          <p:cNvSpPr txBox="1">
            <a:spLocks noGrp="1"/>
          </p:cNvSpPr>
          <p:nvPr>
            <p:ph type="title"/>
          </p:nvPr>
        </p:nvSpPr>
        <p:spPr>
          <a:xfrm>
            <a:off x="1715851" y="246125"/>
            <a:ext cx="98382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 sz="1800"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6"/>
          <p:cNvSpPr txBox="1">
            <a:spLocks noGrp="1"/>
          </p:cNvSpPr>
          <p:nvPr>
            <p:ph type="sldNum" idx="12"/>
          </p:nvPr>
        </p:nvSpPr>
        <p:spPr>
          <a:xfrm>
            <a:off x="11307376" y="609159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ONE_COLUMN_TEXT_1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p17"/>
          <p:cNvGraphicFramePr/>
          <p:nvPr/>
        </p:nvGraphicFramePr>
        <p:xfrm>
          <a:off x="9393125" y="-16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4" name="Google Shape;274;p17"/>
          <p:cNvGraphicFramePr/>
          <p:nvPr/>
        </p:nvGraphicFramePr>
        <p:xfrm>
          <a:off x="-152925" y="42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5" name="Google Shape;275;p17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6" name="Google Shape;276;p17"/>
          <p:cNvSpPr/>
          <p:nvPr/>
        </p:nvSpPr>
        <p:spPr>
          <a:xfrm>
            <a:off x="488600" y="518650"/>
            <a:ext cx="10383300" cy="48834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505022" y="528725"/>
            <a:ext cx="103833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582275" y="6002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1020450" y="6002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458625" y="6002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1092450" y="67226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1514225" y="84720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17"/>
          <p:cNvGrpSpPr/>
          <p:nvPr/>
        </p:nvGrpSpPr>
        <p:grpSpPr>
          <a:xfrm>
            <a:off x="664184" y="687450"/>
            <a:ext cx="196183" cy="196183"/>
            <a:chOff x="2205255" y="-492150"/>
            <a:chExt cx="196183" cy="196183"/>
          </a:xfrm>
        </p:grpSpPr>
        <p:sp>
          <p:nvSpPr>
            <p:cNvPr id="284" name="Google Shape;284;p17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7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" name="Google Shape;286;p17"/>
          <p:cNvSpPr/>
          <p:nvPr/>
        </p:nvSpPr>
        <p:spPr>
          <a:xfrm>
            <a:off x="1182374" y="1512950"/>
            <a:ext cx="10366800" cy="48834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1198770" y="1523025"/>
            <a:ext cx="103668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1281863" y="15945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1720038" y="15945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2158213" y="15945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1792038" y="166656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2213813" y="184150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p17"/>
          <p:cNvGrpSpPr/>
          <p:nvPr/>
        </p:nvGrpSpPr>
        <p:grpSpPr>
          <a:xfrm>
            <a:off x="1363771" y="1681750"/>
            <a:ext cx="196183" cy="196183"/>
            <a:chOff x="2205255" y="-492150"/>
            <a:chExt cx="196183" cy="196183"/>
          </a:xfrm>
        </p:grpSpPr>
        <p:sp>
          <p:nvSpPr>
            <p:cNvPr id="294" name="Google Shape;294;p17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7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6" name="Google Shape;296;p17"/>
          <p:cNvSpPr txBox="1">
            <a:spLocks noGrp="1"/>
          </p:cNvSpPr>
          <p:nvPr>
            <p:ph type="title"/>
          </p:nvPr>
        </p:nvSpPr>
        <p:spPr>
          <a:xfrm>
            <a:off x="1720049" y="2333475"/>
            <a:ext cx="93879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97" name="Google Shape;297;p17"/>
          <p:cNvSpPr txBox="1">
            <a:spLocks noGrp="1"/>
          </p:cNvSpPr>
          <p:nvPr>
            <p:ph type="body" idx="1"/>
          </p:nvPr>
        </p:nvSpPr>
        <p:spPr>
          <a:xfrm>
            <a:off x="1720050" y="3445475"/>
            <a:ext cx="9387900" cy="2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grpSp>
        <p:nvGrpSpPr>
          <p:cNvPr id="298" name="Google Shape;298;p17"/>
          <p:cNvGrpSpPr/>
          <p:nvPr/>
        </p:nvGrpSpPr>
        <p:grpSpPr>
          <a:xfrm>
            <a:off x="10687372" y="5537347"/>
            <a:ext cx="1061241" cy="1040222"/>
            <a:chOff x="4568697" y="5245097"/>
            <a:chExt cx="1061241" cy="1040222"/>
          </a:xfrm>
        </p:grpSpPr>
        <p:grpSp>
          <p:nvGrpSpPr>
            <p:cNvPr id="299" name="Google Shape;299;p17"/>
            <p:cNvGrpSpPr/>
            <p:nvPr/>
          </p:nvGrpSpPr>
          <p:grpSpPr>
            <a:xfrm>
              <a:off x="4568697" y="5245097"/>
              <a:ext cx="719170" cy="701656"/>
              <a:chOff x="7044125" y="4266813"/>
              <a:chExt cx="1967095" cy="1919189"/>
            </a:xfrm>
          </p:grpSpPr>
          <p:sp>
            <p:nvSpPr>
              <p:cNvPr id="300" name="Google Shape;300;p17"/>
              <p:cNvSpPr/>
              <p:nvPr/>
            </p:nvSpPr>
            <p:spPr>
              <a:xfrm>
                <a:off x="7271874" y="4466242"/>
                <a:ext cx="495300" cy="507900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7"/>
              <p:cNvSpPr/>
              <p:nvPr/>
            </p:nvSpPr>
            <p:spPr>
              <a:xfrm>
                <a:off x="7780013" y="4266813"/>
                <a:ext cx="495300" cy="507900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7"/>
              <p:cNvSpPr/>
              <p:nvPr/>
            </p:nvSpPr>
            <p:spPr>
              <a:xfrm>
                <a:off x="8288165" y="4474492"/>
                <a:ext cx="495300" cy="507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7"/>
              <p:cNvSpPr/>
              <p:nvPr/>
            </p:nvSpPr>
            <p:spPr>
              <a:xfrm>
                <a:off x="8515920" y="4982390"/>
                <a:ext cx="495300" cy="5079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7"/>
              <p:cNvSpPr/>
              <p:nvPr/>
            </p:nvSpPr>
            <p:spPr>
              <a:xfrm>
                <a:off x="8288181" y="5498557"/>
                <a:ext cx="495300" cy="507900"/>
              </a:xfrm>
              <a:prstGeom prst="ellipse">
                <a:avLst/>
              </a:pr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17"/>
              <p:cNvSpPr/>
              <p:nvPr/>
            </p:nvSpPr>
            <p:spPr>
              <a:xfrm>
                <a:off x="7780013" y="5678102"/>
                <a:ext cx="495300" cy="507900"/>
              </a:xfrm>
              <a:prstGeom prst="ellipse">
                <a:avLst/>
              </a:pr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17"/>
              <p:cNvSpPr/>
              <p:nvPr/>
            </p:nvSpPr>
            <p:spPr>
              <a:xfrm>
                <a:off x="7271880" y="5498539"/>
                <a:ext cx="495300" cy="507900"/>
              </a:xfrm>
              <a:prstGeom prst="ellipse">
                <a:avLst/>
              </a:pr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7"/>
              <p:cNvSpPr/>
              <p:nvPr/>
            </p:nvSpPr>
            <p:spPr>
              <a:xfrm>
                <a:off x="7044125" y="4982408"/>
                <a:ext cx="495300" cy="507900"/>
              </a:xfrm>
              <a:prstGeom prst="ellipse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8" name="Google Shape;308;p17"/>
            <p:cNvSpPr/>
            <p:nvPr/>
          </p:nvSpPr>
          <p:spPr>
            <a:xfrm>
              <a:off x="5116044" y="5771425"/>
              <a:ext cx="513894" cy="513894"/>
            </a:xfrm>
            <a:custGeom>
              <a:avLst/>
              <a:gdLst/>
              <a:ahLst/>
              <a:cxnLst/>
              <a:rect l="l" t="t" r="r" b="b"/>
              <a:pathLst>
                <a:path w="7441" h="7441" extrusionOk="0">
                  <a:moveTo>
                    <a:pt x="232" y="1"/>
                  </a:moveTo>
                  <a:cubicBezTo>
                    <a:pt x="107" y="1"/>
                    <a:pt x="0" y="108"/>
                    <a:pt x="0" y="233"/>
                  </a:cubicBezTo>
                  <a:cubicBezTo>
                    <a:pt x="0" y="268"/>
                    <a:pt x="18" y="286"/>
                    <a:pt x="18" y="304"/>
                  </a:cubicBezTo>
                  <a:lnTo>
                    <a:pt x="2284" y="7138"/>
                  </a:lnTo>
                  <a:cubicBezTo>
                    <a:pt x="2327" y="7237"/>
                    <a:pt x="2415" y="7291"/>
                    <a:pt x="2512" y="7291"/>
                  </a:cubicBezTo>
                  <a:cubicBezTo>
                    <a:pt x="2537" y="7291"/>
                    <a:pt x="2562" y="7288"/>
                    <a:pt x="2588" y="7280"/>
                  </a:cubicBezTo>
                  <a:cubicBezTo>
                    <a:pt x="2641" y="7263"/>
                    <a:pt x="2695" y="7209"/>
                    <a:pt x="2730" y="7138"/>
                  </a:cubicBezTo>
                  <a:lnTo>
                    <a:pt x="3587" y="4765"/>
                  </a:lnTo>
                  <a:lnTo>
                    <a:pt x="6263" y="7441"/>
                  </a:lnTo>
                  <a:lnTo>
                    <a:pt x="7441" y="6263"/>
                  </a:lnTo>
                  <a:lnTo>
                    <a:pt x="4764" y="3587"/>
                  </a:lnTo>
                  <a:lnTo>
                    <a:pt x="7137" y="2731"/>
                  </a:lnTo>
                  <a:cubicBezTo>
                    <a:pt x="7262" y="2677"/>
                    <a:pt x="7316" y="2552"/>
                    <a:pt x="7280" y="2427"/>
                  </a:cubicBezTo>
                  <a:cubicBezTo>
                    <a:pt x="7262" y="2374"/>
                    <a:pt x="7191" y="2302"/>
                    <a:pt x="7137" y="2284"/>
                  </a:cubicBezTo>
                  <a:lnTo>
                    <a:pt x="304" y="18"/>
                  </a:lnTo>
                  <a:cubicBezTo>
                    <a:pt x="286" y="1"/>
                    <a:pt x="250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" name="Google Shape;310;p18"/>
          <p:cNvGraphicFramePr/>
          <p:nvPr/>
        </p:nvGraphicFramePr>
        <p:xfrm>
          <a:off x="9393125" y="-16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11" name="Google Shape;311;p18"/>
          <p:cNvGraphicFramePr/>
          <p:nvPr/>
        </p:nvGraphicFramePr>
        <p:xfrm>
          <a:off x="-152925" y="42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{4B1531D0-CDBB-417D-B0D8-DFDCB156F5BB}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Google Shape;312;p18"/>
          <p:cNvSpPr/>
          <p:nvPr/>
        </p:nvSpPr>
        <p:spPr>
          <a:xfrm>
            <a:off x="488600" y="518650"/>
            <a:ext cx="10383300" cy="48834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505022" y="528725"/>
            <a:ext cx="103833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582275" y="6002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1020450" y="6002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1458625" y="60026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1092450" y="67226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1514225" y="84720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" name="Google Shape;319;p18"/>
          <p:cNvGrpSpPr/>
          <p:nvPr/>
        </p:nvGrpSpPr>
        <p:grpSpPr>
          <a:xfrm>
            <a:off x="664184" y="687450"/>
            <a:ext cx="196183" cy="196183"/>
            <a:chOff x="2205255" y="-492150"/>
            <a:chExt cx="196183" cy="196183"/>
          </a:xfrm>
        </p:grpSpPr>
        <p:sp>
          <p:nvSpPr>
            <p:cNvPr id="320" name="Google Shape;320;p18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8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18"/>
          <p:cNvSpPr txBox="1">
            <a:spLocks noGrp="1"/>
          </p:cNvSpPr>
          <p:nvPr>
            <p:ph type="title"/>
          </p:nvPr>
        </p:nvSpPr>
        <p:spPr>
          <a:xfrm>
            <a:off x="806075" y="1551700"/>
            <a:ext cx="9795300" cy="3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6400"/>
              <a:buNone/>
              <a:defRPr sz="6400"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6400"/>
              <a:buNone/>
              <a:defRPr sz="6400">
                <a:solidFill>
                  <a:srgbClr val="F3F3F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6400"/>
              <a:buNone/>
              <a:defRPr sz="6400">
                <a:solidFill>
                  <a:srgbClr val="F3F3F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6400"/>
              <a:buNone/>
              <a:defRPr sz="6400">
                <a:solidFill>
                  <a:srgbClr val="F3F3F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6400"/>
              <a:buNone/>
              <a:defRPr sz="6400">
                <a:solidFill>
                  <a:srgbClr val="F3F3F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6400"/>
              <a:buNone/>
              <a:defRPr sz="6400">
                <a:solidFill>
                  <a:srgbClr val="F3F3F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6400"/>
              <a:buNone/>
              <a:defRPr sz="6400">
                <a:solidFill>
                  <a:srgbClr val="F3F3F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6400"/>
              <a:buNone/>
              <a:defRPr sz="6400">
                <a:solidFill>
                  <a:srgbClr val="F3F3F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6400"/>
              <a:buNone/>
              <a:defRPr sz="64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18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24" name="Google Shape;324;p18"/>
          <p:cNvGrpSpPr/>
          <p:nvPr/>
        </p:nvGrpSpPr>
        <p:grpSpPr>
          <a:xfrm>
            <a:off x="9473425" y="5834463"/>
            <a:ext cx="941400" cy="706475"/>
            <a:chOff x="9799675" y="3601413"/>
            <a:chExt cx="941400" cy="706475"/>
          </a:xfrm>
        </p:grpSpPr>
        <p:sp>
          <p:nvSpPr>
            <p:cNvPr id="325" name="Google Shape;325;p18"/>
            <p:cNvSpPr/>
            <p:nvPr/>
          </p:nvSpPr>
          <p:spPr>
            <a:xfrm>
              <a:off x="9878225" y="3601413"/>
              <a:ext cx="360000" cy="360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9799675" y="3673388"/>
              <a:ext cx="941400" cy="634500"/>
            </a:xfrm>
            <a:prstGeom prst="roundRect">
              <a:avLst>
                <a:gd name="adj" fmla="val 9522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p18"/>
          <p:cNvGrpSpPr/>
          <p:nvPr/>
        </p:nvGrpSpPr>
        <p:grpSpPr>
          <a:xfrm>
            <a:off x="10652750" y="5834463"/>
            <a:ext cx="941400" cy="706475"/>
            <a:chOff x="9799675" y="3601413"/>
            <a:chExt cx="941400" cy="706475"/>
          </a:xfrm>
        </p:grpSpPr>
        <p:sp>
          <p:nvSpPr>
            <p:cNvPr id="328" name="Google Shape;328;p18"/>
            <p:cNvSpPr/>
            <p:nvPr/>
          </p:nvSpPr>
          <p:spPr>
            <a:xfrm>
              <a:off x="9878225" y="3601413"/>
              <a:ext cx="360000" cy="360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9799675" y="3673388"/>
              <a:ext cx="941400" cy="634500"/>
            </a:xfrm>
            <a:prstGeom prst="roundRect">
              <a:avLst>
                <a:gd name="adj" fmla="val 9522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"/>
          <p:cNvSpPr/>
          <p:nvPr/>
        </p:nvSpPr>
        <p:spPr>
          <a:xfrm>
            <a:off x="6096063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9"/>
          <p:cNvSpPr txBox="1">
            <a:spLocks noGrp="1"/>
          </p:cNvSpPr>
          <p:nvPr>
            <p:ph type="title"/>
          </p:nvPr>
        </p:nvSpPr>
        <p:spPr>
          <a:xfrm>
            <a:off x="354004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3" name="Google Shape;333;p19"/>
          <p:cNvSpPr txBox="1">
            <a:spLocks noGrp="1"/>
          </p:cNvSpPr>
          <p:nvPr>
            <p:ph type="subTitle" idx="1"/>
          </p:nvPr>
        </p:nvSpPr>
        <p:spPr>
          <a:xfrm>
            <a:off x="354004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4" name="Google Shape;334;p19"/>
          <p:cNvSpPr txBox="1">
            <a:spLocks noGrp="1"/>
          </p:cNvSpPr>
          <p:nvPr>
            <p:ph type="body" idx="2"/>
          </p:nvPr>
        </p:nvSpPr>
        <p:spPr>
          <a:xfrm>
            <a:off x="6586068" y="965433"/>
            <a:ext cx="51162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35" name="Google Shape;335;p19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"/>
          <p:cNvSpPr txBox="1">
            <a:spLocks noGrp="1"/>
          </p:cNvSpPr>
          <p:nvPr>
            <p:ph type="body" idx="1"/>
          </p:nvPr>
        </p:nvSpPr>
        <p:spPr>
          <a:xfrm>
            <a:off x="415604" y="5640767"/>
            <a:ext cx="79986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338" name="Google Shape;338;p20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0" y="0"/>
            <a:ext cx="12192000" cy="513900"/>
          </a:xfrm>
          <a:prstGeom prst="rect">
            <a:avLst/>
          </a:prstGeom>
          <a:solidFill>
            <a:srgbClr val="F3F3F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91288" y="71538"/>
            <a:ext cx="360000" cy="3600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529463" y="71538"/>
            <a:ext cx="360000" cy="3600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967638" y="71538"/>
            <a:ext cx="360000" cy="360000"/>
          </a:xfrm>
          <a:prstGeom prst="rect">
            <a:avLst/>
          </a:prstGeom>
          <a:solidFill>
            <a:srgbClr val="F3F3F3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601463" y="143538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1023238" y="318475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" name="Google Shape;345;p20"/>
          <p:cNvGrpSpPr/>
          <p:nvPr/>
        </p:nvGrpSpPr>
        <p:grpSpPr>
          <a:xfrm>
            <a:off x="173197" y="158725"/>
            <a:ext cx="196183" cy="196183"/>
            <a:chOff x="2205255" y="-492150"/>
            <a:chExt cx="196183" cy="196183"/>
          </a:xfrm>
        </p:grpSpPr>
        <p:sp>
          <p:nvSpPr>
            <p:cNvPr id="346" name="Google Shape;346;p20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0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or process">
  <p:cSld name="BLANK_4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>
            <a:spLocks noGrp="1"/>
          </p:cNvSpPr>
          <p:nvPr>
            <p:ph type="sldNum" idx="12"/>
          </p:nvPr>
        </p:nvSpPr>
        <p:spPr>
          <a:xfrm>
            <a:off x="10813718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2" name="Google Shape;352;p22"/>
          <p:cNvSpPr txBox="1">
            <a:spLocks noGrp="1"/>
          </p:cNvSpPr>
          <p:nvPr>
            <p:ph type="title"/>
          </p:nvPr>
        </p:nvSpPr>
        <p:spPr>
          <a:xfrm>
            <a:off x="415604" y="593367"/>
            <a:ext cx="11361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53" name="Google Shape;353;p22"/>
          <p:cNvSpPr txBox="1">
            <a:spLocks noGrp="1"/>
          </p:cNvSpPr>
          <p:nvPr>
            <p:ph type="body" idx="1"/>
          </p:nvPr>
        </p:nvSpPr>
        <p:spPr>
          <a:xfrm>
            <a:off x="408738" y="3107809"/>
            <a:ext cx="2179500" cy="3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22"/>
          <p:cNvSpPr txBox="1">
            <a:spLocks noGrp="1"/>
          </p:cNvSpPr>
          <p:nvPr>
            <p:ph type="subTitle" idx="2"/>
          </p:nvPr>
        </p:nvSpPr>
        <p:spPr>
          <a:xfrm>
            <a:off x="408738" y="2385333"/>
            <a:ext cx="21795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1pPr>
            <a:lvl2pPr lvl="1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None/>
              <a:defRPr sz="3200" b="1"/>
            </a:lvl9pPr>
          </a:lstStyle>
          <a:p>
            <a:endParaRPr/>
          </a:p>
        </p:txBody>
      </p:sp>
      <p:sp>
        <p:nvSpPr>
          <p:cNvPr id="355" name="Google Shape;355;p22"/>
          <p:cNvSpPr txBox="1">
            <a:spLocks noGrp="1"/>
          </p:cNvSpPr>
          <p:nvPr>
            <p:ph type="body" idx="3"/>
          </p:nvPr>
        </p:nvSpPr>
        <p:spPr>
          <a:xfrm>
            <a:off x="2727301" y="3107809"/>
            <a:ext cx="2179500" cy="3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56" name="Google Shape;356;p22"/>
          <p:cNvSpPr txBox="1">
            <a:spLocks noGrp="1"/>
          </p:cNvSpPr>
          <p:nvPr>
            <p:ph type="subTitle" idx="4"/>
          </p:nvPr>
        </p:nvSpPr>
        <p:spPr>
          <a:xfrm>
            <a:off x="2727301" y="2385333"/>
            <a:ext cx="21795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1pPr>
            <a:lvl2pPr lvl="1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None/>
              <a:defRPr sz="3200" b="1"/>
            </a:lvl9pPr>
          </a:lstStyle>
          <a:p>
            <a:endParaRPr/>
          </a:p>
        </p:txBody>
      </p:sp>
      <p:sp>
        <p:nvSpPr>
          <p:cNvPr id="357" name="Google Shape;357;p22"/>
          <p:cNvSpPr txBox="1">
            <a:spLocks noGrp="1"/>
          </p:cNvSpPr>
          <p:nvPr>
            <p:ph type="body" idx="5"/>
          </p:nvPr>
        </p:nvSpPr>
        <p:spPr>
          <a:xfrm>
            <a:off x="5045864" y="3107809"/>
            <a:ext cx="2179500" cy="3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22"/>
          <p:cNvSpPr txBox="1">
            <a:spLocks noGrp="1"/>
          </p:cNvSpPr>
          <p:nvPr>
            <p:ph type="subTitle" idx="6"/>
          </p:nvPr>
        </p:nvSpPr>
        <p:spPr>
          <a:xfrm>
            <a:off x="5045864" y="2385333"/>
            <a:ext cx="21795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1pPr>
            <a:lvl2pPr lvl="1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None/>
              <a:defRPr sz="3200" b="1"/>
            </a:lvl9pPr>
          </a:lstStyle>
          <a:p>
            <a:endParaRPr/>
          </a:p>
        </p:txBody>
      </p:sp>
      <p:sp>
        <p:nvSpPr>
          <p:cNvPr id="359" name="Google Shape;359;p22"/>
          <p:cNvSpPr txBox="1">
            <a:spLocks noGrp="1"/>
          </p:cNvSpPr>
          <p:nvPr>
            <p:ph type="body" idx="7"/>
          </p:nvPr>
        </p:nvSpPr>
        <p:spPr>
          <a:xfrm>
            <a:off x="7364428" y="3107809"/>
            <a:ext cx="2179500" cy="3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60" name="Google Shape;360;p22"/>
          <p:cNvSpPr txBox="1">
            <a:spLocks noGrp="1"/>
          </p:cNvSpPr>
          <p:nvPr>
            <p:ph type="subTitle" idx="8"/>
          </p:nvPr>
        </p:nvSpPr>
        <p:spPr>
          <a:xfrm>
            <a:off x="7364428" y="2385333"/>
            <a:ext cx="21795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1pPr>
            <a:lvl2pPr lvl="1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None/>
              <a:defRPr sz="3200" b="1"/>
            </a:lvl9pPr>
          </a:lstStyle>
          <a:p>
            <a:endParaRPr/>
          </a:p>
        </p:txBody>
      </p:sp>
      <p:sp>
        <p:nvSpPr>
          <p:cNvPr id="361" name="Google Shape;361;p22"/>
          <p:cNvSpPr txBox="1">
            <a:spLocks noGrp="1"/>
          </p:cNvSpPr>
          <p:nvPr>
            <p:ph type="body" idx="9"/>
          </p:nvPr>
        </p:nvSpPr>
        <p:spPr>
          <a:xfrm>
            <a:off x="9682991" y="3107809"/>
            <a:ext cx="2179500" cy="3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62" name="Google Shape;362;p22"/>
          <p:cNvSpPr txBox="1">
            <a:spLocks noGrp="1"/>
          </p:cNvSpPr>
          <p:nvPr>
            <p:ph type="subTitle" idx="13"/>
          </p:nvPr>
        </p:nvSpPr>
        <p:spPr>
          <a:xfrm>
            <a:off x="9682991" y="2385333"/>
            <a:ext cx="21795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b="1"/>
            </a:lvl1pPr>
            <a:lvl2pPr lvl="1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2pPr>
            <a:lvl3pPr lvl="2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3pPr>
            <a:lvl4pPr lvl="3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4pPr>
            <a:lvl5pPr lvl="4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5pPr>
            <a:lvl6pPr lvl="5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6pPr>
            <a:lvl7pPr lvl="6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7pPr>
            <a:lvl8pPr lvl="7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400"/>
              <a:buNone/>
              <a:defRPr sz="3200" b="1"/>
            </a:lvl8pPr>
            <a:lvl9pPr lvl="8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400"/>
              <a:buNone/>
              <a:defRPr sz="3200" b="1"/>
            </a:lvl9pPr>
          </a:lstStyle>
          <a:p>
            <a:endParaRPr/>
          </a:p>
        </p:txBody>
      </p:sp>
      <p:grpSp>
        <p:nvGrpSpPr>
          <p:cNvPr id="363" name="Google Shape;363;p22"/>
          <p:cNvGrpSpPr/>
          <p:nvPr/>
        </p:nvGrpSpPr>
        <p:grpSpPr>
          <a:xfrm>
            <a:off x="708108" y="2294769"/>
            <a:ext cx="1326338" cy="995353"/>
            <a:chOff x="9799675" y="3601413"/>
            <a:chExt cx="941400" cy="706475"/>
          </a:xfrm>
        </p:grpSpPr>
        <p:sp>
          <p:nvSpPr>
            <p:cNvPr id="364" name="Google Shape;364;p22"/>
            <p:cNvSpPr/>
            <p:nvPr/>
          </p:nvSpPr>
          <p:spPr>
            <a:xfrm>
              <a:off x="9878225" y="3601413"/>
              <a:ext cx="360000" cy="360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9799675" y="3673388"/>
              <a:ext cx="941400" cy="634500"/>
            </a:xfrm>
            <a:prstGeom prst="roundRect">
              <a:avLst>
                <a:gd name="adj" fmla="val 9522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6" name="Google Shape;366;p22"/>
          <p:cNvGrpSpPr/>
          <p:nvPr/>
        </p:nvGrpSpPr>
        <p:grpSpPr>
          <a:xfrm>
            <a:off x="3074374" y="2294769"/>
            <a:ext cx="1326338" cy="995353"/>
            <a:chOff x="9799675" y="3601413"/>
            <a:chExt cx="941400" cy="706475"/>
          </a:xfrm>
        </p:grpSpPr>
        <p:sp>
          <p:nvSpPr>
            <p:cNvPr id="367" name="Google Shape;367;p22"/>
            <p:cNvSpPr/>
            <p:nvPr/>
          </p:nvSpPr>
          <p:spPr>
            <a:xfrm>
              <a:off x="9878225" y="3601413"/>
              <a:ext cx="360000" cy="360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9799675" y="3673388"/>
              <a:ext cx="941400" cy="634500"/>
            </a:xfrm>
            <a:prstGeom prst="roundRect">
              <a:avLst>
                <a:gd name="adj" fmla="val 9522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22"/>
          <p:cNvGrpSpPr/>
          <p:nvPr/>
        </p:nvGrpSpPr>
        <p:grpSpPr>
          <a:xfrm>
            <a:off x="5440639" y="2294769"/>
            <a:ext cx="1326338" cy="995353"/>
            <a:chOff x="9799675" y="3601413"/>
            <a:chExt cx="941400" cy="706475"/>
          </a:xfrm>
        </p:grpSpPr>
        <p:sp>
          <p:nvSpPr>
            <p:cNvPr id="370" name="Google Shape;370;p22"/>
            <p:cNvSpPr/>
            <p:nvPr/>
          </p:nvSpPr>
          <p:spPr>
            <a:xfrm>
              <a:off x="9878225" y="3601413"/>
              <a:ext cx="360000" cy="360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9799675" y="3673388"/>
              <a:ext cx="941400" cy="634500"/>
            </a:xfrm>
            <a:prstGeom prst="roundRect">
              <a:avLst>
                <a:gd name="adj" fmla="val 9522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22"/>
          <p:cNvGrpSpPr/>
          <p:nvPr/>
        </p:nvGrpSpPr>
        <p:grpSpPr>
          <a:xfrm>
            <a:off x="7806905" y="2294769"/>
            <a:ext cx="1326338" cy="995353"/>
            <a:chOff x="9799675" y="3601413"/>
            <a:chExt cx="941400" cy="706475"/>
          </a:xfrm>
        </p:grpSpPr>
        <p:sp>
          <p:nvSpPr>
            <p:cNvPr id="373" name="Google Shape;373;p22"/>
            <p:cNvSpPr/>
            <p:nvPr/>
          </p:nvSpPr>
          <p:spPr>
            <a:xfrm>
              <a:off x="9878225" y="3601413"/>
              <a:ext cx="360000" cy="360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9799675" y="3673388"/>
              <a:ext cx="941400" cy="634500"/>
            </a:xfrm>
            <a:prstGeom prst="roundRect">
              <a:avLst>
                <a:gd name="adj" fmla="val 9522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5" name="Google Shape;375;p22"/>
          <p:cNvGrpSpPr/>
          <p:nvPr/>
        </p:nvGrpSpPr>
        <p:grpSpPr>
          <a:xfrm>
            <a:off x="10173170" y="2294769"/>
            <a:ext cx="1326338" cy="995353"/>
            <a:chOff x="9799675" y="3601413"/>
            <a:chExt cx="941400" cy="706475"/>
          </a:xfrm>
        </p:grpSpPr>
        <p:sp>
          <p:nvSpPr>
            <p:cNvPr id="376" name="Google Shape;376;p22"/>
            <p:cNvSpPr/>
            <p:nvPr/>
          </p:nvSpPr>
          <p:spPr>
            <a:xfrm>
              <a:off x="9878225" y="3601413"/>
              <a:ext cx="360000" cy="3600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9799675" y="3673388"/>
              <a:ext cx="941400" cy="634500"/>
            </a:xfrm>
            <a:prstGeom prst="roundRect">
              <a:avLst>
                <a:gd name="adj" fmla="val 9522"/>
              </a:avLst>
            </a:pr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8" name="Google Shape;378;p22"/>
          <p:cNvSpPr/>
          <p:nvPr/>
        </p:nvSpPr>
        <p:spPr>
          <a:xfrm>
            <a:off x="16401" y="10075"/>
            <a:ext cx="12192000" cy="513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99488" y="8161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537663" y="8161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975838" y="81613"/>
            <a:ext cx="360000" cy="360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609663" y="153613"/>
            <a:ext cx="216000" cy="216000"/>
          </a:xfrm>
          <a:prstGeom prst="frame">
            <a:avLst>
              <a:gd name="adj1" fmla="val 125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1031438" y="328550"/>
            <a:ext cx="248400" cy="28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4" name="Google Shape;384;p22"/>
          <p:cNvGrpSpPr/>
          <p:nvPr/>
        </p:nvGrpSpPr>
        <p:grpSpPr>
          <a:xfrm>
            <a:off x="181397" y="168800"/>
            <a:ext cx="196183" cy="196183"/>
            <a:chOff x="2205255" y="-492150"/>
            <a:chExt cx="196183" cy="196183"/>
          </a:xfrm>
        </p:grpSpPr>
        <p:sp>
          <p:nvSpPr>
            <p:cNvPr id="385" name="Google Shape;385;p22"/>
            <p:cNvSpPr/>
            <p:nvPr/>
          </p:nvSpPr>
          <p:spPr>
            <a:xfrm rot="27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 rot="8102936">
              <a:off x="2179143" y="-408484"/>
              <a:ext cx="248407" cy="288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sMania">
  <p:cSld name="BLANK_1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2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89" name="Google Shape;389;p2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0" name="Google Shape;390;p23">
              <a:hlinkClick r:id="rId2"/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5600" y="331100"/>
              <a:ext cx="5101466" cy="2201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23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GB" sz="3600" b="1" i="0" u="none" strike="noStrike" cap="none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-GB" sz="3600" b="0" i="0" u="none" strike="noStrike" cap="none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-GB" sz="3600" b="1" i="0" u="none" strike="noStrike" cap="none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-GB" sz="3600" b="0" i="0" u="none" strike="noStrike" cap="none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-GB" sz="3600" b="1" i="0" u="none" strike="noStrike" cap="none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3600" b="1" i="0" u="none" strike="noStrike" cap="none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1" i="0" u="none" strike="noStrike" cap="none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1" i="0" u="none" strike="noStrike" cap="none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GB" sz="3000" b="1" i="0" u="none" strike="noStrike" cap="none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3000" b="1" i="0" u="none" strike="noStrike" cap="none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GB" sz="2700" b="0" i="0" u="none" strike="noStrike" cap="none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-GB" sz="2700" b="0" i="0" u="sng" strike="noStrike" cap="none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-GB" sz="4400" b="1" i="0" u="none" strike="noStrike" cap="none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GB" sz="2700" b="0" i="0" u="none" strike="noStrike" cap="none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 b="0" i="0" u="none" strike="noStrike" cap="none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392" name="Google Shape;392;p23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393" name="Google Shape;393;p23">
              <a:hlinkClick r:id="rId5"/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23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23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23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7" name="Google Shape;397;p23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GB" sz="2400" b="1" i="0" u="none" strike="noStrike" cap="none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2400" b="1" i="0" u="none" strike="noStrike" cap="none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415604" y="593367"/>
            <a:ext cx="11361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ess Start 2P"/>
              <a:buNone/>
              <a:defRPr sz="37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415604" y="1536633"/>
            <a:ext cx="11361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"/>
              <a:buChar char="●"/>
              <a:defRPr sz="24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"/>
              <a:buChar char="○"/>
              <a:defRPr sz="24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"/>
              <a:buChar char="■"/>
              <a:defRPr sz="24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"/>
              <a:buChar char="●"/>
              <a:defRPr sz="24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"/>
              <a:buChar char="○"/>
              <a:defRPr sz="24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"/>
              <a:buChar char="■"/>
              <a:defRPr sz="24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"/>
              <a:buChar char="●"/>
              <a:defRPr sz="24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"/>
              <a:buChar char="○"/>
              <a:defRPr sz="24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2400"/>
              <a:buFont typeface="Roboto Mono"/>
              <a:buChar char="■"/>
              <a:defRPr sz="24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sldNum" idx="12"/>
          </p:nvPr>
        </p:nvSpPr>
        <p:spPr>
          <a:xfrm>
            <a:off x="11296726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" name="Google Shape;9;p7"/>
          <p:cNvSpPr txBox="1"/>
          <p:nvPr/>
        </p:nvSpPr>
        <p:spPr>
          <a:xfrm rot="5400000">
            <a:off x="-603150" y="60315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400" b="0" i="0" u="none" strike="noStrike" cap="none">
              <a:solidFill>
                <a:schemeClr val="accen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"/>
          <p:cNvSpPr txBox="1">
            <a:spLocks noGrp="1"/>
          </p:cNvSpPr>
          <p:nvPr>
            <p:ph type="ctrTitle"/>
          </p:nvPr>
        </p:nvSpPr>
        <p:spPr>
          <a:xfrm>
            <a:off x="2567313" y="2957675"/>
            <a:ext cx="7057500" cy="1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GB" dirty="0"/>
              <a:t>Tears in rain</a:t>
            </a:r>
            <a:br>
              <a:rPr lang="en-GB" dirty="0"/>
            </a:br>
            <a:r>
              <a:rPr lang="en-GB" sz="2400" dirty="0" err="1"/>
              <a:t>Gazan_team</a:t>
            </a:r>
            <a:endParaRPr sz="2400" dirty="0"/>
          </a:p>
        </p:txBody>
      </p:sp>
      <p:sp>
        <p:nvSpPr>
          <p:cNvPr id="403" name="Google Shape;403;p1"/>
          <p:cNvSpPr txBox="1"/>
          <p:nvPr/>
        </p:nvSpPr>
        <p:spPr>
          <a:xfrm>
            <a:off x="6096000" y="4587955"/>
            <a:ext cx="4124400" cy="11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600" dirty="0" err="1">
                <a:solidFill>
                  <a:schemeClr val="dk2"/>
                </a:solidFill>
                <a:latin typeface="Press Start 2P" panose="020B0604020202020204" charset="0"/>
                <a:ea typeface="Roboto Mono"/>
                <a:cs typeface="Roboto Mono"/>
                <a:sym typeface="Roboto Mono"/>
              </a:rPr>
              <a:t>Япунджян</a:t>
            </a:r>
            <a:r>
              <a:rPr lang="ru-RU" sz="1600" dirty="0">
                <a:solidFill>
                  <a:schemeClr val="dk2"/>
                </a:solidFill>
                <a:latin typeface="Press Start 2P" panose="020B0604020202020204" charset="0"/>
                <a:ea typeface="Roboto Mono"/>
                <a:cs typeface="Roboto Mono"/>
                <a:sym typeface="Roboto Mono"/>
              </a:rPr>
              <a:t> Айк</a:t>
            </a:r>
            <a:br>
              <a:rPr lang="en-GB" sz="1600" dirty="0">
                <a:solidFill>
                  <a:schemeClr val="dk2"/>
                </a:solidFill>
                <a:latin typeface="Press Start 2P" panose="020B0604020202020204" charset="0"/>
                <a:ea typeface="Roboto Mono"/>
                <a:cs typeface="Roboto Mono"/>
                <a:sym typeface="Roboto Mono"/>
              </a:rPr>
            </a:br>
            <a:r>
              <a:rPr lang="ru-RU" sz="1600" dirty="0" err="1">
                <a:solidFill>
                  <a:schemeClr val="dk2"/>
                </a:solidFill>
                <a:latin typeface="Press Start 2P" panose="020B0604020202020204" charset="0"/>
                <a:ea typeface="Roboto Mono"/>
                <a:cs typeface="Roboto Mono"/>
                <a:sym typeface="Roboto Mono"/>
              </a:rPr>
              <a:t>Оганнисян</a:t>
            </a:r>
            <a:r>
              <a:rPr lang="ru-RU" sz="1600" dirty="0">
                <a:solidFill>
                  <a:schemeClr val="dk2"/>
                </a:solidFill>
                <a:latin typeface="Press Start 2P" panose="020B0604020202020204" charset="0"/>
                <a:ea typeface="Roboto Mono"/>
                <a:cs typeface="Roboto Mono"/>
                <a:sym typeface="Roboto Mono"/>
              </a:rPr>
              <a:t> Юрий</a:t>
            </a:r>
            <a:br>
              <a:rPr lang="en-GB" sz="1600" dirty="0">
                <a:solidFill>
                  <a:schemeClr val="dk2"/>
                </a:solidFill>
                <a:latin typeface="Press Start 2P" panose="020B0604020202020204" charset="0"/>
                <a:ea typeface="Roboto Mono"/>
                <a:cs typeface="Roboto Mono"/>
                <a:sym typeface="Roboto Mono"/>
              </a:rPr>
            </a:br>
            <a:r>
              <a:rPr lang="ru-RU" sz="1600" dirty="0">
                <a:solidFill>
                  <a:schemeClr val="dk2"/>
                </a:solidFill>
                <a:latin typeface="Press Start 2P" panose="020B0604020202020204" charset="0"/>
                <a:ea typeface="Roboto Mono"/>
                <a:cs typeface="Roboto Mono"/>
                <a:sym typeface="Roboto Mono"/>
              </a:rPr>
              <a:t>Осадчий Максим</a:t>
            </a:r>
            <a:endParaRPr lang="en-GB" sz="1600" dirty="0">
              <a:solidFill>
                <a:schemeClr val="dk2"/>
              </a:solidFill>
              <a:latin typeface="Press Start 2P" panose="020B0604020202020204" charset="0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600" dirty="0" err="1">
                <a:solidFill>
                  <a:schemeClr val="dk2"/>
                </a:solidFill>
                <a:latin typeface="Press Start 2P" panose="020B0604020202020204" charset="0"/>
                <a:ea typeface="Roboto Mono"/>
                <a:cs typeface="Roboto Mono"/>
                <a:sym typeface="Roboto Mono"/>
              </a:rPr>
              <a:t>Сёмиков</a:t>
            </a:r>
            <a:r>
              <a:rPr lang="ru-RU" sz="1600" dirty="0">
                <a:solidFill>
                  <a:schemeClr val="dk2"/>
                </a:solidFill>
                <a:latin typeface="Press Start 2P" panose="020B0604020202020204" charset="0"/>
                <a:ea typeface="Roboto Mono"/>
                <a:cs typeface="Roboto Mono"/>
                <a:sym typeface="Roboto Mono"/>
              </a:rPr>
              <a:t> Егор</a:t>
            </a:r>
            <a:endParaRPr sz="1600" b="0" i="0" u="none" strike="noStrike" cap="none" dirty="0">
              <a:solidFill>
                <a:schemeClr val="dk2"/>
              </a:solidFill>
              <a:latin typeface="Press Start 2P" panose="020B0604020202020204" charset="0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"/>
          <p:cNvSpPr txBox="1">
            <a:spLocks noGrp="1"/>
          </p:cNvSpPr>
          <p:nvPr>
            <p:ph type="title"/>
          </p:nvPr>
        </p:nvSpPr>
        <p:spPr>
          <a:xfrm>
            <a:off x="759900" y="1267250"/>
            <a:ext cx="4153800" cy="1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Стек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441" name="Google Shape;441;p5"/>
          <p:cNvSpPr txBox="1">
            <a:spLocks noGrp="1"/>
          </p:cNvSpPr>
          <p:nvPr>
            <p:ph type="subTitle" idx="1"/>
          </p:nvPr>
        </p:nvSpPr>
        <p:spPr>
          <a:xfrm>
            <a:off x="759900" y="3052540"/>
            <a:ext cx="3860100" cy="21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 dirty="0">
                <a:latin typeface="Press Start 2P" panose="020B0604020202020204" charset="0"/>
              </a:rPr>
              <a:t>Python 3.9+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 dirty="0">
                <a:latin typeface="Press Start 2P" panose="020B0604020202020204" charset="0"/>
              </a:rPr>
              <a:t>Scikit-learn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 dirty="0" err="1">
                <a:latin typeface="Press Start 2P" panose="020B0604020202020204" charset="0"/>
              </a:rPr>
              <a:t>Psutil</a:t>
            </a:r>
            <a:endParaRPr lang="en-GB" sz="1800" dirty="0">
              <a:latin typeface="Press Start 2P" panose="020B060402020202020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 dirty="0" err="1">
                <a:latin typeface="Press Start 2P" panose="020B0604020202020204" charset="0"/>
              </a:rPr>
              <a:t>Pygame</a:t>
            </a:r>
            <a:endParaRPr lang="en-GB" sz="1800" dirty="0">
              <a:latin typeface="Press Start 2P" panose="020B060402020202020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 dirty="0">
                <a:latin typeface="Press Start 2P" panose="020B0604020202020204" charset="0"/>
              </a:rPr>
              <a:t>A</a:t>
            </a:r>
            <a:r>
              <a:rPr lang="en-GB" sz="1800" dirty="0" err="1">
                <a:latin typeface="Press Start 2P" panose="020B0604020202020204" charset="0"/>
              </a:rPr>
              <a:t>syncio</a:t>
            </a:r>
            <a:endParaRPr sz="1800" dirty="0">
              <a:latin typeface="Press Start 2P" panose="020B0604020202020204" charset="0"/>
            </a:endParaRPr>
          </a:p>
        </p:txBody>
      </p:sp>
      <p:grpSp>
        <p:nvGrpSpPr>
          <p:cNvPr id="442" name="Google Shape;442;p5"/>
          <p:cNvGrpSpPr/>
          <p:nvPr/>
        </p:nvGrpSpPr>
        <p:grpSpPr>
          <a:xfrm>
            <a:off x="6260431" y="1728896"/>
            <a:ext cx="4670652" cy="3905411"/>
            <a:chOff x="1295330" y="1868507"/>
            <a:chExt cx="4365503" cy="3647530"/>
          </a:xfrm>
        </p:grpSpPr>
        <p:grpSp>
          <p:nvGrpSpPr>
            <p:cNvPr id="443" name="Google Shape;443;p5"/>
            <p:cNvGrpSpPr/>
            <p:nvPr/>
          </p:nvGrpSpPr>
          <p:grpSpPr>
            <a:xfrm>
              <a:off x="1295330" y="1868507"/>
              <a:ext cx="4365503" cy="3647530"/>
              <a:chOff x="6679223" y="1947864"/>
              <a:chExt cx="3956410" cy="3325308"/>
            </a:xfrm>
          </p:grpSpPr>
          <p:grpSp>
            <p:nvGrpSpPr>
              <p:cNvPr id="444" name="Google Shape;444;p5"/>
              <p:cNvGrpSpPr/>
              <p:nvPr/>
            </p:nvGrpSpPr>
            <p:grpSpPr>
              <a:xfrm>
                <a:off x="7996402" y="4725653"/>
                <a:ext cx="1328920" cy="547519"/>
                <a:chOff x="7059929" y="5060917"/>
                <a:chExt cx="1328920" cy="547519"/>
              </a:xfrm>
            </p:grpSpPr>
            <p:sp>
              <p:nvSpPr>
                <p:cNvPr id="445" name="Google Shape;445;p5"/>
                <p:cNvSpPr/>
                <p:nvPr/>
              </p:nvSpPr>
              <p:spPr>
                <a:xfrm rot="10800000">
                  <a:off x="7059929" y="5578436"/>
                  <a:ext cx="1322100" cy="30000"/>
                </a:xfrm>
                <a:prstGeom prst="trapezoid">
                  <a:avLst>
                    <a:gd name="adj" fmla="val 142327"/>
                  </a:avLst>
                </a:prstGeom>
                <a:solidFill>
                  <a:srgbClr val="707887"/>
                </a:solidFill>
                <a:ln>
                  <a:noFill/>
                </a:ln>
              </p:spPr>
              <p:txBody>
                <a:bodyPr spcFirstLastPara="1" wrap="square" lIns="121900" tIns="60925" rIns="121900" bIns="609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5"/>
                <p:cNvSpPr/>
                <p:nvPr/>
              </p:nvSpPr>
              <p:spPr>
                <a:xfrm>
                  <a:off x="7187465" y="5060917"/>
                  <a:ext cx="1067100" cy="428400"/>
                </a:xfrm>
                <a:prstGeom prst="trapezoid">
                  <a:avLst>
                    <a:gd name="adj" fmla="val 15083"/>
                  </a:avLst>
                </a:prstGeom>
                <a:solidFill>
                  <a:srgbClr val="D8D8D8"/>
                </a:solidFill>
                <a:ln>
                  <a:noFill/>
                </a:ln>
              </p:spPr>
              <p:txBody>
                <a:bodyPr spcFirstLastPara="1" wrap="square" lIns="121900" tIns="60925" rIns="121900" bIns="609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5"/>
                <p:cNvSpPr/>
                <p:nvPr/>
              </p:nvSpPr>
              <p:spPr>
                <a:xfrm>
                  <a:off x="7066749" y="5488243"/>
                  <a:ext cx="1322100" cy="93600"/>
                </a:xfrm>
                <a:prstGeom prst="trapezoid">
                  <a:avLst>
                    <a:gd name="adj" fmla="val 142327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60925" rIns="121900" bIns="609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8" name="Google Shape;448;p5"/>
              <p:cNvGrpSpPr/>
              <p:nvPr/>
            </p:nvGrpSpPr>
            <p:grpSpPr>
              <a:xfrm>
                <a:off x="6679223" y="1947864"/>
                <a:ext cx="3956410" cy="2777787"/>
                <a:chOff x="5742750" y="2283128"/>
                <a:chExt cx="3956410" cy="2777787"/>
              </a:xfrm>
            </p:grpSpPr>
            <p:sp>
              <p:nvSpPr>
                <p:cNvPr id="449" name="Google Shape;449;p5"/>
                <p:cNvSpPr/>
                <p:nvPr/>
              </p:nvSpPr>
              <p:spPr>
                <a:xfrm>
                  <a:off x="5742760" y="2283128"/>
                  <a:ext cx="3956400" cy="2777700"/>
                </a:xfrm>
                <a:prstGeom prst="roundRect">
                  <a:avLst>
                    <a:gd name="adj" fmla="val 3377"/>
                  </a:avLst>
                </a:prstGeom>
                <a:solidFill>
                  <a:srgbClr val="262626"/>
                </a:solidFill>
                <a:ln w="12700" cap="flat" cmpd="sng">
                  <a:solidFill>
                    <a:srgbClr val="393536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21900" tIns="60925" rIns="121900" bIns="609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5"/>
                <p:cNvSpPr/>
                <p:nvPr/>
              </p:nvSpPr>
              <p:spPr>
                <a:xfrm rot="10800000">
                  <a:off x="5742750" y="4752515"/>
                  <a:ext cx="3956400" cy="308400"/>
                </a:xfrm>
                <a:prstGeom prst="round2SameRect">
                  <a:avLst>
                    <a:gd name="adj1" fmla="val 19571"/>
                    <a:gd name="adj2" fmla="val 0"/>
                  </a:avLst>
                </a:prstGeom>
                <a:solidFill>
                  <a:srgbClr val="FFFFFF"/>
                </a:solidFill>
                <a:ln w="12700" cap="flat" cmpd="sng">
                  <a:solidFill>
                    <a:srgbClr val="C6CFD6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121900" tIns="60925" rIns="121900" bIns="609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51" name="Google Shape;451;p5"/>
            <p:cNvSpPr/>
            <p:nvPr/>
          </p:nvSpPr>
          <p:spPr>
            <a:xfrm>
              <a:off x="3370018" y="1929853"/>
              <a:ext cx="108000" cy="108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"/>
          <p:cNvSpPr txBox="1">
            <a:spLocks noGrp="1"/>
          </p:cNvSpPr>
          <p:nvPr>
            <p:ph type="title"/>
          </p:nvPr>
        </p:nvSpPr>
        <p:spPr>
          <a:xfrm>
            <a:off x="2009649" y="1145525"/>
            <a:ext cx="9766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3200" dirty="0" err="1"/>
              <a:t>Batty_Agent</a:t>
            </a:r>
            <a:endParaRPr sz="3200" dirty="0"/>
          </a:p>
        </p:txBody>
      </p:sp>
      <p:sp>
        <p:nvSpPr>
          <p:cNvPr id="433" name="Google Shape;433;p4"/>
          <p:cNvSpPr txBox="1">
            <a:spLocks noGrp="1"/>
          </p:cNvSpPr>
          <p:nvPr>
            <p:ph type="body" idx="1"/>
          </p:nvPr>
        </p:nvSpPr>
        <p:spPr>
          <a:xfrm>
            <a:off x="717250" y="3330000"/>
            <a:ext cx="3464100" cy="3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SzPts val="1900"/>
              <a:buNone/>
            </a:pPr>
            <a:r>
              <a:rPr lang="ru-RU" sz="1800" dirty="0">
                <a:latin typeface="Press Start 2P" panose="020B0604020202020204" charset="0"/>
              </a:rPr>
              <a:t>Сбор 16 системных метрик каждую секунду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SzPts val="1900"/>
              <a:buNone/>
            </a:pPr>
            <a:endParaRPr sz="1800" dirty="0"/>
          </a:p>
        </p:txBody>
      </p:sp>
      <p:sp>
        <p:nvSpPr>
          <p:cNvPr id="434" name="Google Shape;434;p4"/>
          <p:cNvSpPr txBox="1">
            <a:spLocks noGrp="1"/>
          </p:cNvSpPr>
          <p:nvPr>
            <p:ph type="body" idx="2"/>
          </p:nvPr>
        </p:nvSpPr>
        <p:spPr>
          <a:xfrm>
            <a:off x="4363950" y="3330000"/>
            <a:ext cx="3464100" cy="40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SzPts val="1900"/>
              <a:buNone/>
            </a:pPr>
            <a:r>
              <a:rPr lang="ru-RU" sz="1800" dirty="0">
                <a:latin typeface="Press Start 2P" panose="020B0604020202020204" charset="0"/>
              </a:rPr>
              <a:t>Самообучение каждые 100 измерений</a:t>
            </a:r>
            <a:endParaRPr sz="1800" dirty="0">
              <a:latin typeface="Press Start 2P" panose="020B0604020202020204" charset="0"/>
            </a:endParaRPr>
          </a:p>
        </p:txBody>
      </p:sp>
      <p:sp>
        <p:nvSpPr>
          <p:cNvPr id="435" name="Google Shape;435;p4"/>
          <p:cNvSpPr txBox="1">
            <a:spLocks noGrp="1"/>
          </p:cNvSpPr>
          <p:nvPr>
            <p:ph type="body" idx="3"/>
          </p:nvPr>
        </p:nvSpPr>
        <p:spPr>
          <a:xfrm>
            <a:off x="8431867" y="3429000"/>
            <a:ext cx="3464100" cy="3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SzPts val="1900"/>
              <a:buNone/>
            </a:pPr>
            <a:r>
              <a:rPr lang="ru-RU" sz="1800" dirty="0">
                <a:latin typeface="Press Start 2P" panose="020B0604020202020204" charset="0"/>
              </a:rPr>
              <a:t>Алгоритм для обнаружения аномалий</a:t>
            </a:r>
            <a:endParaRPr sz="1800" dirty="0">
              <a:latin typeface="Press Start 2P" panose="020B0604020202020204" charset="0"/>
            </a:endParaRPr>
          </a:p>
        </p:txBody>
      </p:sp>
      <p:grpSp>
        <p:nvGrpSpPr>
          <p:cNvPr id="3" name="Google Shape;457;p6">
            <a:extLst>
              <a:ext uri="{FF2B5EF4-FFF2-40B4-BE49-F238E27FC236}">
                <a16:creationId xmlns:a16="http://schemas.microsoft.com/office/drawing/2014/main" id="{9B3FDF1A-170B-7884-4C69-356B6E07105F}"/>
              </a:ext>
            </a:extLst>
          </p:cNvPr>
          <p:cNvGrpSpPr/>
          <p:nvPr/>
        </p:nvGrpSpPr>
        <p:grpSpPr>
          <a:xfrm>
            <a:off x="10300780" y="5080000"/>
            <a:ext cx="1173970" cy="1048713"/>
            <a:chOff x="4568697" y="5245097"/>
            <a:chExt cx="1061241" cy="1040222"/>
          </a:xfrm>
        </p:grpSpPr>
        <p:grpSp>
          <p:nvGrpSpPr>
            <p:cNvPr id="4" name="Google Shape;458;p6">
              <a:extLst>
                <a:ext uri="{FF2B5EF4-FFF2-40B4-BE49-F238E27FC236}">
                  <a16:creationId xmlns:a16="http://schemas.microsoft.com/office/drawing/2014/main" id="{05F31A98-F11C-2EAF-73D9-7AD4A81053E0}"/>
                </a:ext>
              </a:extLst>
            </p:cNvPr>
            <p:cNvGrpSpPr/>
            <p:nvPr/>
          </p:nvGrpSpPr>
          <p:grpSpPr>
            <a:xfrm>
              <a:off x="4568697" y="5245097"/>
              <a:ext cx="719170" cy="701656"/>
              <a:chOff x="7044125" y="4266813"/>
              <a:chExt cx="1967095" cy="1919189"/>
            </a:xfrm>
          </p:grpSpPr>
          <p:sp>
            <p:nvSpPr>
              <p:cNvPr id="6" name="Google Shape;459;p6">
                <a:extLst>
                  <a:ext uri="{FF2B5EF4-FFF2-40B4-BE49-F238E27FC236}">
                    <a16:creationId xmlns:a16="http://schemas.microsoft.com/office/drawing/2014/main" id="{BEEC9E69-6F62-115B-6B26-AD319030EEAE}"/>
                  </a:ext>
                </a:extLst>
              </p:cNvPr>
              <p:cNvSpPr/>
              <p:nvPr/>
            </p:nvSpPr>
            <p:spPr>
              <a:xfrm>
                <a:off x="7271874" y="4466242"/>
                <a:ext cx="495300" cy="507900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" name="Google Shape;460;p6">
                <a:extLst>
                  <a:ext uri="{FF2B5EF4-FFF2-40B4-BE49-F238E27FC236}">
                    <a16:creationId xmlns:a16="http://schemas.microsoft.com/office/drawing/2014/main" id="{2935C3EF-75F2-DF7E-BEA7-3071F1CA9763}"/>
                  </a:ext>
                </a:extLst>
              </p:cNvPr>
              <p:cNvSpPr/>
              <p:nvPr/>
            </p:nvSpPr>
            <p:spPr>
              <a:xfrm>
                <a:off x="7780013" y="4266813"/>
                <a:ext cx="495300" cy="507900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" name="Google Shape;461;p6">
                <a:extLst>
                  <a:ext uri="{FF2B5EF4-FFF2-40B4-BE49-F238E27FC236}">
                    <a16:creationId xmlns:a16="http://schemas.microsoft.com/office/drawing/2014/main" id="{24518027-351F-2D53-E217-B77ABDA9DBA2}"/>
                  </a:ext>
                </a:extLst>
              </p:cNvPr>
              <p:cNvSpPr/>
              <p:nvPr/>
            </p:nvSpPr>
            <p:spPr>
              <a:xfrm>
                <a:off x="8288165" y="4474492"/>
                <a:ext cx="495300" cy="507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462;p6">
                <a:extLst>
                  <a:ext uri="{FF2B5EF4-FFF2-40B4-BE49-F238E27FC236}">
                    <a16:creationId xmlns:a16="http://schemas.microsoft.com/office/drawing/2014/main" id="{6B8A4266-7F71-C984-47C0-C70BAA8C7113}"/>
                  </a:ext>
                </a:extLst>
              </p:cNvPr>
              <p:cNvSpPr/>
              <p:nvPr/>
            </p:nvSpPr>
            <p:spPr>
              <a:xfrm>
                <a:off x="8515920" y="4982390"/>
                <a:ext cx="495300" cy="5079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463;p6">
                <a:extLst>
                  <a:ext uri="{FF2B5EF4-FFF2-40B4-BE49-F238E27FC236}">
                    <a16:creationId xmlns:a16="http://schemas.microsoft.com/office/drawing/2014/main" id="{8B675CF6-4666-59A8-BEF5-CBA9798748AA}"/>
                  </a:ext>
                </a:extLst>
              </p:cNvPr>
              <p:cNvSpPr/>
              <p:nvPr/>
            </p:nvSpPr>
            <p:spPr>
              <a:xfrm>
                <a:off x="8288181" y="5498557"/>
                <a:ext cx="495300" cy="507900"/>
              </a:xfrm>
              <a:prstGeom prst="ellipse">
                <a:avLst/>
              </a:pr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464;p6">
                <a:extLst>
                  <a:ext uri="{FF2B5EF4-FFF2-40B4-BE49-F238E27FC236}">
                    <a16:creationId xmlns:a16="http://schemas.microsoft.com/office/drawing/2014/main" id="{0D22EA1A-DF70-FC1C-E080-08989E5258C7}"/>
                  </a:ext>
                </a:extLst>
              </p:cNvPr>
              <p:cNvSpPr/>
              <p:nvPr/>
            </p:nvSpPr>
            <p:spPr>
              <a:xfrm>
                <a:off x="7780013" y="5678102"/>
                <a:ext cx="495300" cy="507900"/>
              </a:xfrm>
              <a:prstGeom prst="ellipse">
                <a:avLst/>
              </a:pr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465;p6">
                <a:extLst>
                  <a:ext uri="{FF2B5EF4-FFF2-40B4-BE49-F238E27FC236}">
                    <a16:creationId xmlns:a16="http://schemas.microsoft.com/office/drawing/2014/main" id="{9D426761-BAD4-73EA-5604-878CA9A284B0}"/>
                  </a:ext>
                </a:extLst>
              </p:cNvPr>
              <p:cNvSpPr/>
              <p:nvPr/>
            </p:nvSpPr>
            <p:spPr>
              <a:xfrm>
                <a:off x="7271880" y="5498539"/>
                <a:ext cx="495300" cy="507900"/>
              </a:xfrm>
              <a:prstGeom prst="ellipse">
                <a:avLst/>
              </a:pr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466;p6">
                <a:extLst>
                  <a:ext uri="{FF2B5EF4-FFF2-40B4-BE49-F238E27FC236}">
                    <a16:creationId xmlns:a16="http://schemas.microsoft.com/office/drawing/2014/main" id="{C29BDAE0-6CA6-CEE7-A1DD-A8BF78EE085D}"/>
                  </a:ext>
                </a:extLst>
              </p:cNvPr>
              <p:cNvSpPr/>
              <p:nvPr/>
            </p:nvSpPr>
            <p:spPr>
              <a:xfrm>
                <a:off x="7044125" y="4982408"/>
                <a:ext cx="495300" cy="507900"/>
              </a:xfrm>
              <a:prstGeom prst="ellipse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" name="Google Shape;467;p6">
              <a:extLst>
                <a:ext uri="{FF2B5EF4-FFF2-40B4-BE49-F238E27FC236}">
                  <a16:creationId xmlns:a16="http://schemas.microsoft.com/office/drawing/2014/main" id="{CE0286BC-5C50-EAAC-00E9-56E567960201}"/>
                </a:ext>
              </a:extLst>
            </p:cNvPr>
            <p:cNvSpPr/>
            <p:nvPr/>
          </p:nvSpPr>
          <p:spPr>
            <a:xfrm>
              <a:off x="5116044" y="5771425"/>
              <a:ext cx="513894" cy="513894"/>
            </a:xfrm>
            <a:custGeom>
              <a:avLst/>
              <a:gdLst/>
              <a:ahLst/>
              <a:cxnLst/>
              <a:rect l="l" t="t" r="r" b="b"/>
              <a:pathLst>
                <a:path w="7441" h="7441" extrusionOk="0">
                  <a:moveTo>
                    <a:pt x="232" y="1"/>
                  </a:moveTo>
                  <a:cubicBezTo>
                    <a:pt x="107" y="1"/>
                    <a:pt x="0" y="108"/>
                    <a:pt x="0" y="233"/>
                  </a:cubicBezTo>
                  <a:cubicBezTo>
                    <a:pt x="0" y="268"/>
                    <a:pt x="18" y="286"/>
                    <a:pt x="18" y="304"/>
                  </a:cubicBezTo>
                  <a:lnTo>
                    <a:pt x="2284" y="7138"/>
                  </a:lnTo>
                  <a:cubicBezTo>
                    <a:pt x="2327" y="7237"/>
                    <a:pt x="2415" y="7291"/>
                    <a:pt x="2512" y="7291"/>
                  </a:cubicBezTo>
                  <a:cubicBezTo>
                    <a:pt x="2537" y="7291"/>
                    <a:pt x="2562" y="7288"/>
                    <a:pt x="2588" y="7280"/>
                  </a:cubicBezTo>
                  <a:cubicBezTo>
                    <a:pt x="2641" y="7263"/>
                    <a:pt x="2695" y="7209"/>
                    <a:pt x="2730" y="7138"/>
                  </a:cubicBezTo>
                  <a:lnTo>
                    <a:pt x="3587" y="4765"/>
                  </a:lnTo>
                  <a:lnTo>
                    <a:pt x="6263" y="7441"/>
                  </a:lnTo>
                  <a:lnTo>
                    <a:pt x="7441" y="6263"/>
                  </a:lnTo>
                  <a:lnTo>
                    <a:pt x="4764" y="3587"/>
                  </a:lnTo>
                  <a:lnTo>
                    <a:pt x="7137" y="2731"/>
                  </a:lnTo>
                  <a:cubicBezTo>
                    <a:pt x="7262" y="2677"/>
                    <a:pt x="7316" y="2552"/>
                    <a:pt x="7280" y="2427"/>
                  </a:cubicBezTo>
                  <a:cubicBezTo>
                    <a:pt x="7262" y="2374"/>
                    <a:pt x="7191" y="2302"/>
                    <a:pt x="7137" y="2284"/>
                  </a:cubicBezTo>
                  <a:lnTo>
                    <a:pt x="304" y="18"/>
                  </a:lnTo>
                  <a:cubicBezTo>
                    <a:pt x="286" y="1"/>
                    <a:pt x="250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 w="762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"/>
          <p:cNvSpPr txBox="1">
            <a:spLocks noGrp="1"/>
          </p:cNvSpPr>
          <p:nvPr>
            <p:ph type="title"/>
          </p:nvPr>
        </p:nvSpPr>
        <p:spPr>
          <a:xfrm>
            <a:off x="1514225" y="2390825"/>
            <a:ext cx="9685500" cy="7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sz="3200" dirty="0" err="1"/>
              <a:t>Tannhauser_Gate</a:t>
            </a:r>
            <a:endParaRPr sz="3200" dirty="0"/>
          </a:p>
        </p:txBody>
      </p:sp>
      <p:sp>
        <p:nvSpPr>
          <p:cNvPr id="427" name="Google Shape;427;p3"/>
          <p:cNvSpPr txBox="1">
            <a:spLocks noGrp="1"/>
          </p:cNvSpPr>
          <p:nvPr>
            <p:ph type="body" idx="1"/>
          </p:nvPr>
        </p:nvSpPr>
        <p:spPr>
          <a:xfrm>
            <a:off x="1412625" y="3727076"/>
            <a:ext cx="9685500" cy="28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SzPts val="2400"/>
              <a:buNone/>
            </a:pPr>
            <a:r>
              <a:rPr lang="ru-RU" sz="1600" dirty="0">
                <a:latin typeface="Press Start 2P" panose="020B0604020202020204" charset="0"/>
              </a:rPr>
              <a:t>Мониторинг </a:t>
            </a:r>
            <a:r>
              <a:rPr lang="en-US" sz="1600" dirty="0" err="1">
                <a:latin typeface="Press Start 2P" panose="020B0604020202020204" charset="0"/>
              </a:rPr>
              <a:t>cgroups</a:t>
            </a:r>
            <a:r>
              <a:rPr lang="en-US" sz="1600" dirty="0">
                <a:latin typeface="Press Start 2P" panose="020B0604020202020204" charset="0"/>
              </a:rPr>
              <a:t> </a:t>
            </a:r>
            <a:r>
              <a:rPr lang="ru-RU" sz="1600" dirty="0">
                <a:latin typeface="Press Start 2P" panose="020B0604020202020204" charset="0"/>
              </a:rPr>
              <a:t>(</a:t>
            </a:r>
            <a:r>
              <a:rPr lang="en-US" sz="1600" dirty="0">
                <a:latin typeface="Press Start 2P" panose="020B0604020202020204" charset="0"/>
              </a:rPr>
              <a:t>CPU,</a:t>
            </a:r>
            <a:r>
              <a:rPr lang="ru-RU" sz="1600" dirty="0">
                <a:latin typeface="Press Start 2P" panose="020B0604020202020204" charset="0"/>
              </a:rPr>
              <a:t>память)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SzPts val="2400"/>
              <a:buNone/>
            </a:pPr>
            <a:r>
              <a:rPr lang="ru-RU" sz="1600" dirty="0">
                <a:latin typeface="Press Start 2P" panose="020B0604020202020204" charset="0"/>
              </a:rPr>
              <a:t>Динамическое изменение приоритетов процессов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SzPts val="2400"/>
              <a:buNone/>
            </a:pPr>
            <a:r>
              <a:rPr lang="ru-RU" sz="1600" dirty="0">
                <a:latin typeface="Press Start 2P" panose="020B0604020202020204" charset="0"/>
              </a:rPr>
              <a:t>Упреждающие ограничения при рисках</a:t>
            </a:r>
            <a:endParaRPr sz="1600" dirty="0">
              <a:latin typeface="Press Start 2P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9203C-0AEA-C3C4-C7D1-BC28B4A6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025" y="2077558"/>
            <a:ext cx="9685500" cy="1031700"/>
          </a:xfrm>
        </p:spPr>
        <p:txBody>
          <a:bodyPr/>
          <a:lstStyle/>
          <a:p>
            <a:r>
              <a:rPr lang="ru-RU" sz="3200" dirty="0"/>
              <a:t>Звуковая диагностика  </a:t>
            </a:r>
            <a:r>
              <a:rPr lang="en-US" sz="3200" dirty="0" err="1"/>
              <a:t>linux</a:t>
            </a:r>
            <a:endParaRPr lang="ru-RU" sz="32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048407-80A8-E4E8-FF07-8C8C1CDA4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8025" y="3851011"/>
            <a:ext cx="9685500" cy="2257800"/>
          </a:xfrm>
        </p:spPr>
        <p:txBody>
          <a:bodyPr/>
          <a:lstStyle/>
          <a:p>
            <a:r>
              <a:rPr lang="en-US" sz="1600" dirty="0">
                <a:latin typeface="Press Start 2P" panose="020B0604020202020204" charset="0"/>
              </a:rPr>
              <a:t>6 </a:t>
            </a:r>
            <a:r>
              <a:rPr lang="ru-RU" sz="1600" dirty="0">
                <a:latin typeface="Press Start 2P" panose="020B0604020202020204" charset="0"/>
              </a:rPr>
              <a:t>типов звука</a:t>
            </a:r>
            <a:r>
              <a:rPr lang="en-US" sz="1600" dirty="0">
                <a:latin typeface="Press Start 2P" panose="020B0604020202020204" charset="0"/>
              </a:rPr>
              <a:t>:</a:t>
            </a:r>
            <a:r>
              <a:rPr lang="ru-RU" sz="1600" dirty="0">
                <a:latin typeface="Press Start 2P" panose="020B0604020202020204" charset="0"/>
              </a:rPr>
              <a:t>гул</a:t>
            </a:r>
            <a:r>
              <a:rPr lang="en-US" sz="1600" dirty="0">
                <a:latin typeface="Press Start 2P" panose="020B0604020202020204" charset="0"/>
              </a:rPr>
              <a:t>,</a:t>
            </a:r>
            <a:r>
              <a:rPr lang="ru-RU" sz="1600" dirty="0">
                <a:latin typeface="Press Start 2P" panose="020B0604020202020204" charset="0"/>
              </a:rPr>
              <a:t>клики</a:t>
            </a:r>
            <a:r>
              <a:rPr lang="en-US" sz="1600" dirty="0">
                <a:latin typeface="Press Start 2P" panose="020B0604020202020204" charset="0"/>
              </a:rPr>
              <a:t>,</a:t>
            </a:r>
            <a:r>
              <a:rPr lang="ru-RU" sz="1600" dirty="0">
                <a:latin typeface="Press Start 2P" panose="020B0604020202020204" charset="0"/>
              </a:rPr>
              <a:t>шуршание</a:t>
            </a:r>
            <a:r>
              <a:rPr lang="en-US" sz="1600" dirty="0">
                <a:latin typeface="Press Start 2P" panose="020B0604020202020204" charset="0"/>
              </a:rPr>
              <a:t>,</a:t>
            </a:r>
            <a:r>
              <a:rPr lang="ru-RU" sz="1600" dirty="0" err="1">
                <a:latin typeface="Press Start 2P" panose="020B0604020202020204" charset="0"/>
              </a:rPr>
              <a:t>пинги</a:t>
            </a:r>
            <a:r>
              <a:rPr lang="en-US" sz="1600" dirty="0">
                <a:latin typeface="Press Start 2P" panose="020B0604020202020204" charset="0"/>
              </a:rPr>
              <a:t>,</a:t>
            </a:r>
            <a:r>
              <a:rPr lang="ru-RU" sz="1600" dirty="0">
                <a:latin typeface="Press Start 2P" panose="020B0604020202020204" charset="0"/>
              </a:rPr>
              <a:t>гармоники</a:t>
            </a:r>
          </a:p>
          <a:p>
            <a:endParaRPr lang="ru-RU" sz="1600" dirty="0">
              <a:latin typeface="Press Start 2P" panose="020B0604020202020204" charset="0"/>
            </a:endParaRPr>
          </a:p>
          <a:p>
            <a:r>
              <a:rPr lang="ru-RU" sz="1600" dirty="0">
                <a:latin typeface="Press Start 2P" panose="020B0604020202020204" charset="0"/>
              </a:rPr>
              <a:t>Интуитивное понимание состояния на слух</a:t>
            </a:r>
          </a:p>
        </p:txBody>
      </p:sp>
    </p:spTree>
    <p:extLst>
      <p:ext uri="{BB962C8B-B14F-4D97-AF65-F5344CB8AC3E}">
        <p14:creationId xmlns:p14="http://schemas.microsoft.com/office/powerpoint/2010/main" val="3300944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4EFC4-DD3F-2149-15A6-0A4193C18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737" y="2440800"/>
            <a:ext cx="5393700" cy="1976400"/>
          </a:xfrm>
        </p:spPr>
        <p:txBody>
          <a:bodyPr/>
          <a:lstStyle/>
          <a:p>
            <a:r>
              <a:rPr lang="ru-RU" sz="4400" dirty="0" err="1"/>
              <a:t>интерфейспрограммы</a:t>
            </a:r>
            <a:endParaRPr lang="ru-RU" sz="4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CB8E32-B04C-3F95-DEA0-566BC8B8C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131422" cy="35306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E3F28B-9A4F-2F4D-EC9C-467F39234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530600"/>
            <a:ext cx="613142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79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"/>
          <p:cNvSpPr txBox="1">
            <a:spLocks noGrp="1"/>
          </p:cNvSpPr>
          <p:nvPr>
            <p:ph type="title"/>
          </p:nvPr>
        </p:nvSpPr>
        <p:spPr>
          <a:xfrm>
            <a:off x="1486254" y="607826"/>
            <a:ext cx="9219492" cy="260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GB" sz="4400" dirty="0" err="1"/>
              <a:t>Спасибо</a:t>
            </a:r>
            <a:r>
              <a:rPr lang="en-GB" sz="4400" dirty="0"/>
              <a:t> </a:t>
            </a:r>
            <a:r>
              <a:rPr lang="en-GB" sz="4400" dirty="0" err="1"/>
              <a:t>за</a:t>
            </a:r>
            <a:r>
              <a:rPr lang="en-GB" sz="4400" dirty="0"/>
              <a:t> </a:t>
            </a:r>
            <a:r>
              <a:rPr lang="en-GB" sz="4400" dirty="0" err="1"/>
              <a:t>внимание</a:t>
            </a:r>
            <a:endParaRPr sz="4400" dirty="0"/>
          </a:p>
        </p:txBody>
      </p:sp>
      <p:grpSp>
        <p:nvGrpSpPr>
          <p:cNvPr id="457" name="Google Shape;457;p6"/>
          <p:cNvGrpSpPr/>
          <p:nvPr/>
        </p:nvGrpSpPr>
        <p:grpSpPr>
          <a:xfrm>
            <a:off x="9976630" y="4855129"/>
            <a:ext cx="1774395" cy="1739251"/>
            <a:chOff x="4568697" y="5245097"/>
            <a:chExt cx="1061241" cy="1040222"/>
          </a:xfrm>
        </p:grpSpPr>
        <p:grpSp>
          <p:nvGrpSpPr>
            <p:cNvPr id="458" name="Google Shape;458;p6"/>
            <p:cNvGrpSpPr/>
            <p:nvPr/>
          </p:nvGrpSpPr>
          <p:grpSpPr>
            <a:xfrm>
              <a:off x="4568697" y="5245097"/>
              <a:ext cx="719170" cy="701656"/>
              <a:chOff x="7044125" y="4266813"/>
              <a:chExt cx="1967095" cy="1919189"/>
            </a:xfrm>
          </p:grpSpPr>
          <p:sp>
            <p:nvSpPr>
              <p:cNvPr id="459" name="Google Shape;459;p6"/>
              <p:cNvSpPr/>
              <p:nvPr/>
            </p:nvSpPr>
            <p:spPr>
              <a:xfrm>
                <a:off x="7271874" y="4466242"/>
                <a:ext cx="495300" cy="507900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6"/>
              <p:cNvSpPr/>
              <p:nvPr/>
            </p:nvSpPr>
            <p:spPr>
              <a:xfrm>
                <a:off x="7780013" y="4266813"/>
                <a:ext cx="495300" cy="507900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6"/>
              <p:cNvSpPr/>
              <p:nvPr/>
            </p:nvSpPr>
            <p:spPr>
              <a:xfrm>
                <a:off x="8288165" y="4474492"/>
                <a:ext cx="495300" cy="507900"/>
              </a:xfrm>
              <a:prstGeom prst="ellipse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6"/>
              <p:cNvSpPr/>
              <p:nvPr/>
            </p:nvSpPr>
            <p:spPr>
              <a:xfrm>
                <a:off x="8515920" y="4982390"/>
                <a:ext cx="495300" cy="507900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6"/>
              <p:cNvSpPr/>
              <p:nvPr/>
            </p:nvSpPr>
            <p:spPr>
              <a:xfrm>
                <a:off x="8288181" y="5498557"/>
                <a:ext cx="495300" cy="507900"/>
              </a:xfrm>
              <a:prstGeom prst="ellipse">
                <a:avLst/>
              </a:pr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6"/>
              <p:cNvSpPr/>
              <p:nvPr/>
            </p:nvSpPr>
            <p:spPr>
              <a:xfrm>
                <a:off x="7780013" y="5678102"/>
                <a:ext cx="495300" cy="507900"/>
              </a:xfrm>
              <a:prstGeom prst="ellipse">
                <a:avLst/>
              </a:pr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6"/>
              <p:cNvSpPr/>
              <p:nvPr/>
            </p:nvSpPr>
            <p:spPr>
              <a:xfrm>
                <a:off x="7271880" y="5498539"/>
                <a:ext cx="495300" cy="507900"/>
              </a:xfrm>
              <a:prstGeom prst="ellipse">
                <a:avLst/>
              </a:pr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6"/>
              <p:cNvSpPr/>
              <p:nvPr/>
            </p:nvSpPr>
            <p:spPr>
              <a:xfrm>
                <a:off x="7044125" y="4982408"/>
                <a:ext cx="495300" cy="507900"/>
              </a:xfrm>
              <a:prstGeom prst="ellipse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7" name="Google Shape;467;p6"/>
            <p:cNvSpPr/>
            <p:nvPr/>
          </p:nvSpPr>
          <p:spPr>
            <a:xfrm>
              <a:off x="5116044" y="5771425"/>
              <a:ext cx="513894" cy="513894"/>
            </a:xfrm>
            <a:custGeom>
              <a:avLst/>
              <a:gdLst/>
              <a:ahLst/>
              <a:cxnLst/>
              <a:rect l="l" t="t" r="r" b="b"/>
              <a:pathLst>
                <a:path w="7441" h="7441" extrusionOk="0">
                  <a:moveTo>
                    <a:pt x="232" y="1"/>
                  </a:moveTo>
                  <a:cubicBezTo>
                    <a:pt x="107" y="1"/>
                    <a:pt x="0" y="108"/>
                    <a:pt x="0" y="233"/>
                  </a:cubicBezTo>
                  <a:cubicBezTo>
                    <a:pt x="0" y="268"/>
                    <a:pt x="18" y="286"/>
                    <a:pt x="18" y="304"/>
                  </a:cubicBezTo>
                  <a:lnTo>
                    <a:pt x="2284" y="7138"/>
                  </a:lnTo>
                  <a:cubicBezTo>
                    <a:pt x="2327" y="7237"/>
                    <a:pt x="2415" y="7291"/>
                    <a:pt x="2512" y="7291"/>
                  </a:cubicBezTo>
                  <a:cubicBezTo>
                    <a:pt x="2537" y="7291"/>
                    <a:pt x="2562" y="7288"/>
                    <a:pt x="2588" y="7280"/>
                  </a:cubicBezTo>
                  <a:cubicBezTo>
                    <a:pt x="2641" y="7263"/>
                    <a:pt x="2695" y="7209"/>
                    <a:pt x="2730" y="7138"/>
                  </a:cubicBezTo>
                  <a:lnTo>
                    <a:pt x="3587" y="4765"/>
                  </a:lnTo>
                  <a:lnTo>
                    <a:pt x="6263" y="7441"/>
                  </a:lnTo>
                  <a:lnTo>
                    <a:pt x="7441" y="6263"/>
                  </a:lnTo>
                  <a:lnTo>
                    <a:pt x="4764" y="3587"/>
                  </a:lnTo>
                  <a:lnTo>
                    <a:pt x="7137" y="2731"/>
                  </a:lnTo>
                  <a:cubicBezTo>
                    <a:pt x="7262" y="2677"/>
                    <a:pt x="7316" y="2552"/>
                    <a:pt x="7280" y="2427"/>
                  </a:cubicBezTo>
                  <a:cubicBezTo>
                    <a:pt x="7262" y="2374"/>
                    <a:pt x="7191" y="2302"/>
                    <a:pt x="7137" y="2284"/>
                  </a:cubicBezTo>
                  <a:lnTo>
                    <a:pt x="304" y="18"/>
                  </a:lnTo>
                  <a:cubicBezTo>
                    <a:pt x="286" y="1"/>
                    <a:pt x="250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 w="762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15D767A-17D4-1AE5-6712-88C782190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528" y="3314668"/>
            <a:ext cx="2222709" cy="22227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F141EC-EEB0-4715-A006-F258193DE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647" y="5603021"/>
            <a:ext cx="770467" cy="77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AA6433-6C06-D9CB-6073-1EC48CE79C00}"/>
              </a:ext>
            </a:extLst>
          </p:cNvPr>
          <p:cNvSpPr txBox="1"/>
          <p:nvPr/>
        </p:nvSpPr>
        <p:spPr>
          <a:xfrm>
            <a:off x="2283098" y="2958132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Press Start 2P" panose="020B0604020202020204" charset="0"/>
              </a:rPr>
              <a:t>весь проект</a:t>
            </a:r>
          </a:p>
        </p:txBody>
      </p:sp>
      <p:pic>
        <p:nvPicPr>
          <p:cNvPr id="1026" name="Picture 2" descr="Компания RUTUBE — о компании, фотографии офиса, контакты — Хабр Карьера">
            <a:extLst>
              <a:ext uri="{FF2B5EF4-FFF2-40B4-BE49-F238E27FC236}">
                <a16:creationId xmlns:a16="http://schemas.microsoft.com/office/drawing/2014/main" id="{E4A51C9C-F9B0-D03D-BAE3-193688F80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978" y="5603021"/>
            <a:ext cx="770467" cy="77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952F-FCA8-A0A6-5969-2954765696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858" y="3301252"/>
            <a:ext cx="2222709" cy="22227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38C13D-D304-6592-BA38-91721BF38CD8}"/>
              </a:ext>
            </a:extLst>
          </p:cNvPr>
          <p:cNvSpPr txBox="1"/>
          <p:nvPr/>
        </p:nvSpPr>
        <p:spPr>
          <a:xfrm>
            <a:off x="6001514" y="2958132"/>
            <a:ext cx="3775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Press Start 2P" panose="020B0604020202020204" charset="0"/>
              </a:rPr>
              <a:t>видео с функционалом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169_Paterson_Template_SlidesMania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76A5AF"/>
      </a:accent1>
      <a:accent2>
        <a:srgbClr val="15131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34F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92</Words>
  <Application>Microsoft Office PowerPoint</Application>
  <PresentationFormat>Широкоэкранный</PresentationFormat>
  <Paragraphs>25</Paragraphs>
  <Slides>7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Arial</vt:lpstr>
      <vt:lpstr>Barlow Condensed</vt:lpstr>
      <vt:lpstr>Calibri</vt:lpstr>
      <vt:lpstr>Press Start 2P</vt:lpstr>
      <vt:lpstr>Homemade Apple</vt:lpstr>
      <vt:lpstr>Roboto Mono</vt:lpstr>
      <vt:lpstr>Poppins</vt:lpstr>
      <vt:lpstr>0169_Paterson_Template_SlidesMania</vt:lpstr>
      <vt:lpstr>Tears in rain Gazan_team</vt:lpstr>
      <vt:lpstr>Стек:</vt:lpstr>
      <vt:lpstr>Batty_Agent</vt:lpstr>
      <vt:lpstr>Tannhauser_Gate</vt:lpstr>
      <vt:lpstr>Звуковая диагностика  linux</vt:lpstr>
      <vt:lpstr>интерфейспрограммы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Пользователь</dc:creator>
  <cp:lastModifiedBy>Egor Syomikov</cp:lastModifiedBy>
  <cp:revision>6</cp:revision>
  <dcterms:modified xsi:type="dcterms:W3CDTF">2025-09-27T12:28:17Z</dcterms:modified>
</cp:coreProperties>
</file>